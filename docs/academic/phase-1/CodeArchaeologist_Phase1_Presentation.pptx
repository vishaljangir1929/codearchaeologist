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06cf9c41c84cf4" /><Relationship Type="http://schemas.openxmlformats.org/officeDocument/2006/relationships/extended-properties" Target="/docProps/app.xml" Id="Rb5530bdc13b5457b" /><Relationship Type="http://schemas.openxmlformats.org/officeDocument/2006/relationships/officeDocument" Target="/ppt/presentation.xml" Id="Rb8b82b5dcad24ff0" /></Relationships>
</file>

<file path=ppt/presentation.xml><?xml version="1.0" encoding="utf-8"?>
<p:presentation xmlns:p="http://schemas.openxmlformats.org/presentationml/2006/main">
  <p:sldMasterIdLst>
    <p:sldMasterId xmlns:r="http://schemas.openxmlformats.org/officeDocument/2006/relationships" id="2147483648" r:id="R6268c80a35b54bb7"/>
  </p:sldMasterIdLst>
  <p:notesMasterIdLst>
    <p:notesMasterId xmlns:r="http://schemas.openxmlformats.org/officeDocument/2006/relationships" r:id="Rcc0aaa5e672e47fe"/>
  </p:notesMasterIdLst>
  <p:sldIdLst>
    <p:sldId xmlns:r="http://schemas.openxmlformats.org/officeDocument/2006/relationships" id="256" r:id="R0d6cba85164147c7"/>
    <p:sldId xmlns:r="http://schemas.openxmlformats.org/officeDocument/2006/relationships" id="257" r:id="Rab0bd5a7c10343de"/>
    <p:sldId xmlns:r="http://schemas.openxmlformats.org/officeDocument/2006/relationships" id="258" r:id="R4a0f5dc47584470e"/>
    <p:sldId xmlns:r="http://schemas.openxmlformats.org/officeDocument/2006/relationships" id="259" r:id="R3fc58facf8664bbc"/>
    <p:sldId xmlns:r="http://schemas.openxmlformats.org/officeDocument/2006/relationships" id="260" r:id="Rb8901628fb824c1e"/>
    <p:sldId xmlns:r="http://schemas.openxmlformats.org/officeDocument/2006/relationships" id="261" r:id="R4c4f53c6daec4a11"/>
    <p:sldId xmlns:r="http://schemas.openxmlformats.org/officeDocument/2006/relationships" id="262" r:id="R92acb5391b5c4ae2"/>
    <p:sldId xmlns:r="http://schemas.openxmlformats.org/officeDocument/2006/relationships" id="263" r:id="R9b09d9da1dac4c7f"/>
    <p:sldId xmlns:r="http://schemas.openxmlformats.org/officeDocument/2006/relationships" id="264" r:id="Rb91b8dbd53a04e26"/>
    <p:sldId xmlns:r="http://schemas.openxmlformats.org/officeDocument/2006/relationships" id="265" r:id="R22aeedf777974fba"/>
    <p:sldId xmlns:r="http://schemas.openxmlformats.org/officeDocument/2006/relationships" id="266" r:id="Rb93660d154e74b5b"/>
    <p:sldId xmlns:r="http://schemas.openxmlformats.org/officeDocument/2006/relationships" id="267" r:id="R8e9ac9609e5342f3"/>
    <p:sldId xmlns:r="http://schemas.openxmlformats.org/officeDocument/2006/relationships" id="268" r:id="R62720e90f98e4127"/>
    <p:sldId xmlns:r="http://schemas.openxmlformats.org/officeDocument/2006/relationships" id="269" r:id="R7b9a0de1a8a34d20"/>
    <p:sldId xmlns:r="http://schemas.openxmlformats.org/officeDocument/2006/relationships" id="270" r:id="R57329da4823d4242"/>
    <p:sldId xmlns:r="http://schemas.openxmlformats.org/officeDocument/2006/relationships" id="271" r:id="R9050f4e005424f1a"/>
    <p:sldId xmlns:r="http://schemas.openxmlformats.org/officeDocument/2006/relationships" id="272" r:id="R77c25549d5ab4419"/>
    <p:sldId xmlns:r="http://schemas.openxmlformats.org/officeDocument/2006/relationships" id="273" r:id="R99f66359e73b4884"/>
    <p:sldId xmlns:r="http://schemas.openxmlformats.org/officeDocument/2006/relationships" id="274" r:id="R88f1d06d74954793"/>
    <p:sldId xmlns:r="http://schemas.openxmlformats.org/officeDocument/2006/relationships" id="275" r:id="Rd93f0c476494414b"/>
    <p:sldId xmlns:r="http://schemas.openxmlformats.org/officeDocument/2006/relationships" id="276" r:id="R2c055325d869459f"/>
    <p:sldId xmlns:r="http://schemas.openxmlformats.org/officeDocument/2006/relationships" id="277" r:id="Rd8ff5ff844d14274"/>
    <p:sldId xmlns:r="http://schemas.openxmlformats.org/officeDocument/2006/relationships" id="278" r:id="Rb46c886308b94a4d"/>
    <p:sldId xmlns:r="http://schemas.openxmlformats.org/officeDocument/2006/relationships" id="279" r:id="R2d43146a54934a26"/>
    <p:sldId xmlns:r="http://schemas.openxmlformats.org/officeDocument/2006/relationships" id="280" r:id="Re286027c123e4ca9"/>
    <p:sldId xmlns:r="http://schemas.openxmlformats.org/officeDocument/2006/relationships" id="281" r:id="R077c4bea7dcc40a5"/>
    <p:sldId xmlns:r="http://schemas.openxmlformats.org/officeDocument/2006/relationships" id="282" r:id="R60d4c82d0ab54fe9"/>
    <p:sldId xmlns:r="http://schemas.openxmlformats.org/officeDocument/2006/relationships" id="283" r:id="Rcdac709672b64ac3"/>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757470642e4400" /><Relationship Type="http://schemas.openxmlformats.org/officeDocument/2006/relationships/slideMaster" Target="/ppt/slideMasters/slideMaster1.xml" Id="R6268c80a35b54bb7" /><Relationship Type="http://schemas.openxmlformats.org/officeDocument/2006/relationships/notesMaster" Target="/ppt/notesMasters/notesMaster1.xml" Id="Rcc0aaa5e672e47fe" /><Relationship Type="http://schemas.openxmlformats.org/officeDocument/2006/relationships/presProps" Target="/ppt/presProps.xml" Id="R277908917f7040a7" /><Relationship Type="http://schemas.openxmlformats.org/officeDocument/2006/relationships/tableStyles" Target="/ppt/tableStyles.xml" Id="R56f6c41c487945b6" /><Relationship Type="http://schemas.openxmlformats.org/officeDocument/2006/relationships/slide" Target="/ppt/slides/slide1.xml" Id="R0d6cba85164147c7" /><Relationship Type="http://schemas.openxmlformats.org/officeDocument/2006/relationships/slide" Target="/ppt/slides/slide2.xml" Id="Rab0bd5a7c10343de" /><Relationship Type="http://schemas.openxmlformats.org/officeDocument/2006/relationships/slide" Target="/ppt/slides/slide3.xml" Id="R4a0f5dc47584470e" /><Relationship Type="http://schemas.openxmlformats.org/officeDocument/2006/relationships/slide" Target="/ppt/slides/slide4.xml" Id="R3fc58facf8664bbc" /><Relationship Type="http://schemas.openxmlformats.org/officeDocument/2006/relationships/slide" Target="/ppt/slides/slide5.xml" Id="Rb8901628fb824c1e" /><Relationship Type="http://schemas.openxmlformats.org/officeDocument/2006/relationships/slide" Target="/ppt/slides/slide6.xml" Id="R4c4f53c6daec4a11" /><Relationship Type="http://schemas.openxmlformats.org/officeDocument/2006/relationships/slide" Target="/ppt/slides/slide7.xml" Id="R92acb5391b5c4ae2" /><Relationship Type="http://schemas.openxmlformats.org/officeDocument/2006/relationships/slide" Target="/ppt/slides/slide8.xml" Id="R9b09d9da1dac4c7f" /><Relationship Type="http://schemas.openxmlformats.org/officeDocument/2006/relationships/slide" Target="/ppt/slides/slide9.xml" Id="Rb91b8dbd53a04e26" /><Relationship Type="http://schemas.openxmlformats.org/officeDocument/2006/relationships/slide" Target="/ppt/slides/slide10.xml" Id="R22aeedf777974fba" /><Relationship Type="http://schemas.openxmlformats.org/officeDocument/2006/relationships/slide" Target="/ppt/slides/slide11.xml" Id="Rb93660d154e74b5b" /><Relationship Type="http://schemas.openxmlformats.org/officeDocument/2006/relationships/slide" Target="/ppt/slides/slide12.xml" Id="R8e9ac9609e5342f3" /><Relationship Type="http://schemas.openxmlformats.org/officeDocument/2006/relationships/slide" Target="/ppt/slides/slide13.xml" Id="R62720e90f98e4127" /><Relationship Type="http://schemas.openxmlformats.org/officeDocument/2006/relationships/slide" Target="/ppt/slides/slide14.xml" Id="R7b9a0de1a8a34d20" /><Relationship Type="http://schemas.openxmlformats.org/officeDocument/2006/relationships/slide" Target="/ppt/slides/slide15.xml" Id="R57329da4823d4242" /><Relationship Type="http://schemas.openxmlformats.org/officeDocument/2006/relationships/slide" Target="/ppt/slides/slide16.xml" Id="R9050f4e005424f1a" /><Relationship Type="http://schemas.openxmlformats.org/officeDocument/2006/relationships/slide" Target="/ppt/slides/slide17.xml" Id="R77c25549d5ab4419" /><Relationship Type="http://schemas.openxmlformats.org/officeDocument/2006/relationships/slide" Target="/ppt/slides/slide18.xml" Id="R99f66359e73b4884" /><Relationship Type="http://schemas.openxmlformats.org/officeDocument/2006/relationships/slide" Target="/ppt/slides/slide19.xml" Id="R88f1d06d74954793" /><Relationship Type="http://schemas.openxmlformats.org/officeDocument/2006/relationships/slide" Target="/ppt/slides/slide20.xml" Id="Rd93f0c476494414b" /><Relationship Type="http://schemas.openxmlformats.org/officeDocument/2006/relationships/slide" Target="/ppt/slides/slide21.xml" Id="R2c055325d869459f" /><Relationship Type="http://schemas.openxmlformats.org/officeDocument/2006/relationships/slide" Target="/ppt/slides/slide22.xml" Id="Rd8ff5ff844d14274" /><Relationship Type="http://schemas.openxmlformats.org/officeDocument/2006/relationships/slide" Target="/ppt/slides/slide23.xml" Id="Rb46c886308b94a4d" /><Relationship Type="http://schemas.openxmlformats.org/officeDocument/2006/relationships/slide" Target="/ppt/slides/slide24.xml" Id="R2d43146a54934a26" /><Relationship Type="http://schemas.openxmlformats.org/officeDocument/2006/relationships/slide" Target="/ppt/slides/slide25.xml" Id="Re286027c123e4ca9" /><Relationship Type="http://schemas.openxmlformats.org/officeDocument/2006/relationships/slide" Target="/ppt/slides/slide26.xml" Id="R077c4bea7dcc40a5" /><Relationship Type="http://schemas.openxmlformats.org/officeDocument/2006/relationships/slide" Target="/ppt/slides/slide27.xml" Id="R60d4c82d0ab54fe9" /><Relationship Type="http://schemas.openxmlformats.org/officeDocument/2006/relationships/slide" Target="/ppt/slides/slide28.xml" Id="Rcdac709672b64a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beb754af4149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7ff28f31e342a3" /><Relationship Type="http://schemas.openxmlformats.org/officeDocument/2006/relationships/notesMaster" Target="/ppt/notesMasters/notesMaster1.xml" Id="R6db35415f3bd4e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851a7770f8461b" /><Relationship Type="http://schemas.openxmlformats.org/officeDocument/2006/relationships/notesMaster" Target="/ppt/notesMasters/notesMaster1.xml" Id="R56b3dec408ac49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7f37fa75904363" /><Relationship Type="http://schemas.openxmlformats.org/officeDocument/2006/relationships/notesMaster" Target="/ppt/notesMasters/notesMaster1.xml" Id="Rb25cb515235448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b1b1ee90a846b8" /><Relationship Type="http://schemas.openxmlformats.org/officeDocument/2006/relationships/notesMaster" Target="/ppt/notesMasters/notesMaster1.xml" Id="R408987ba490e48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80717c33274f9f" /><Relationship Type="http://schemas.openxmlformats.org/officeDocument/2006/relationships/notesMaster" Target="/ppt/notesMasters/notesMaster1.xml" Id="R0fbef06dc8e645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2a33b272904f56" /><Relationship Type="http://schemas.openxmlformats.org/officeDocument/2006/relationships/notesMaster" Target="/ppt/notesMasters/notesMaster1.xml" Id="R9f6b45ff0ed048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9f37b7d151415f" /><Relationship Type="http://schemas.openxmlformats.org/officeDocument/2006/relationships/notesMaster" Target="/ppt/notesMasters/notesMaster1.xml" Id="R33bdc6d4374942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58568f45934503" /><Relationship Type="http://schemas.openxmlformats.org/officeDocument/2006/relationships/notesMaster" Target="/ppt/notesMasters/notesMaster1.xml" Id="R87802546c9004a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1b742a5b76490c" /><Relationship Type="http://schemas.openxmlformats.org/officeDocument/2006/relationships/notesMaster" Target="/ppt/notesMasters/notesMaster1.xml" Id="R484a9aa4d6714b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825de105f348cb" /><Relationship Type="http://schemas.openxmlformats.org/officeDocument/2006/relationships/notesMaster" Target="/ppt/notesMasters/notesMaster1.xml" Id="R0f79d151f26945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be57b1bd004722" /><Relationship Type="http://schemas.openxmlformats.org/officeDocument/2006/relationships/notesMaster" Target="/ppt/notesMasters/notesMaster1.xml" Id="Ra3cf93a2caa247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022b82795d476e" /><Relationship Type="http://schemas.openxmlformats.org/officeDocument/2006/relationships/notesMaster" Target="/ppt/notesMasters/notesMaster1.xml" Id="R1af59a768eb445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bb22d806554f24" /><Relationship Type="http://schemas.openxmlformats.org/officeDocument/2006/relationships/notesMaster" Target="/ppt/notesMasters/notesMaster1.xml" Id="Ra0943b7adb994b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0eba32cbd7446d" /><Relationship Type="http://schemas.openxmlformats.org/officeDocument/2006/relationships/notesMaster" Target="/ppt/notesMasters/notesMaster1.xml" Id="R8da1ba4caf6640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45184605e641f7" /><Relationship Type="http://schemas.openxmlformats.org/officeDocument/2006/relationships/notesMaster" Target="/ppt/notesMasters/notesMaster1.xml" Id="R3a5b920c3dc54f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3b5671e6b94be9" /><Relationship Type="http://schemas.openxmlformats.org/officeDocument/2006/relationships/notesMaster" Target="/ppt/notesMasters/notesMaster1.xml" Id="Rc2474867cf3648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47f117ef1e42d2" /><Relationship Type="http://schemas.openxmlformats.org/officeDocument/2006/relationships/notesMaster" Target="/ppt/notesMasters/notesMaster1.xml" Id="R3f32067b10a54b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b4988010504d29" /><Relationship Type="http://schemas.openxmlformats.org/officeDocument/2006/relationships/notesMaster" Target="/ppt/notesMasters/notesMaster1.xml" Id="R5f51d3e0f3c14c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388df9300a460c" /><Relationship Type="http://schemas.openxmlformats.org/officeDocument/2006/relationships/notesMaster" Target="/ppt/notesMasters/notesMaster1.xml" Id="Rb7eb25827034409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bd7c41675a4a19" /><Relationship Type="http://schemas.openxmlformats.org/officeDocument/2006/relationships/notesMaster" Target="/ppt/notesMasters/notesMaster1.xml" Id="Rf2d9f91586434f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eab559da7c46ed" /><Relationship Type="http://schemas.openxmlformats.org/officeDocument/2006/relationships/notesMaster" Target="/ppt/notesMasters/notesMaster1.xml" Id="Re2e138b1ac614d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ae9b3b798d845ad" /><Relationship Type="http://schemas.openxmlformats.org/officeDocument/2006/relationships/notesMaster" Target="/ppt/notesMasters/notesMaster1.xml" Id="R61a9c835816845b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3647f35ad34065" /><Relationship Type="http://schemas.openxmlformats.org/officeDocument/2006/relationships/notesMaster" Target="/ppt/notesMasters/notesMaster1.xml" Id="Rfa4475de251144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7d610b4c4849f5" /><Relationship Type="http://schemas.openxmlformats.org/officeDocument/2006/relationships/notesMaster" Target="/ppt/notesMasters/notesMaster1.xml" Id="R523a3ba25617459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f6166aab70d4675" /><Relationship Type="http://schemas.openxmlformats.org/officeDocument/2006/relationships/notesMaster" Target="/ppt/notesMasters/notesMaster1.xml" Id="Rb33696a106f147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ccb2e8be6a04a0d" /><Relationship Type="http://schemas.openxmlformats.org/officeDocument/2006/relationships/notesMaster" Target="/ppt/notesMasters/notesMaster1.xml" Id="R0fa227b3229f42a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fe06cd51174b24" /><Relationship Type="http://schemas.openxmlformats.org/officeDocument/2006/relationships/notesMaster" Target="/ppt/notesMasters/notesMaster1.xml" Id="R6a009c84c99b446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22b526b00f1462e" /><Relationship Type="http://schemas.openxmlformats.org/officeDocument/2006/relationships/notesMaster" Target="/ppt/notesMasters/notesMaster1.xml" Id="R57692dd509d848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Vishal opens the presentation. Explain that the local Python implementation is available for demonstration. Describe the long title without claiming perfect comprehension. Team and guide details follow the populated title slide in the supplied eight-page PDF. Confirm these details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Vishal introduces the problem, objectives, and literature. Syed explains architecture and design. Junaid presents the implementation, results, and next work. This is a suggested speaking allocation, not a statement that each member completed a specific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Vishal describes an unfamiliar Python project with missing documentation. Manual inspection can reveal its behavior, but relationships across files are tedious to trace. The project combines explicit static records with a local language model. Do not repeat the earlier unsupported claim that existing tools cannot explain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Vishal presents five objectives. Clarify that unused-code findings are candidates and that the project has not measured reduced onboarding time or hallucination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Vishal summarizes the research contributions, then distinguishes research inspiration from the installed models. CodeBERT, Codex, and GraphCodeBERT are not installed components. Sources: https://aclanthology.org/2020.findings-emnlp.139/ https://arxiv.org/abs/2107.03374 https://arxiv.org/abs/2009.08366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Vishal explains that the research studies address related learning tasks. Their published results are not evidence of this application’s accuracy. Sources: https://ink.library.smu.edu.sg/sis_research/4292/ https://aclanthology.org/2020.acl-main.449/ https://arxiv.org/abs/1709.06182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Vishal concludes the literature section. These are engineering requirements for this implementation, not claims that no other tool offers the features. Hand over to Syed for detailed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walks through the implemented stages. Analysis does not execute uploaded code. Search and generation operate on saved snapshots. Reanalyze rebuilds a saved snapshot; import changed source as a new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explains the actual deployment. React and FastAPI use loopback port 8765. The bundled local llama.cpp server uses port 8081. SQLite stores metadata and notes, while snapshots and indices are files. This is a local single-user application with no application login. See the delivered source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gives the contract for each implemented subsystem. The file names are actual source modules. Data moves through ProjectService so the interface does not need to understand parsing internals.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names this the context diagram. The developer supplies source, questions, and requests. CodeArchaeologist returns results, explanations, source references, or errors. Local models and storage are internal to the system boundary. DFD arrows represent data, not program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describes the logical processes. P1 validates and snapshots input, P2 analyzes it, P3 indexes source, P4 retrieves and explains, and P5 assembles exports. The simplified view combines report and index files in D2 and D3 while D4 is SQLite metadata and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expands process 2.0 only. Collector paths feed the parser, which returns typed records and syntax errors. The resolver builds supported call relationships. Metrics and candidate flags then join the records in versioned JSON. Dynamic unresolved calls remain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explains the single user role and the system boundary. Import and saved-project access are separate use cases. AI explanation requires ready local generation, while static views and search can still work without generation. These are application use cases, not account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presents preconditions and observable outcomes. An invalid ZIP fails without executing code. A model-unavailable answer is a clear error rather than a fabricated explanation. Successful export includes only saved real AI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reads the sequence from top to bottom. The backend loads report and search index, retrieves evidence, creates bounded context, calls local generation, validates supplied source labels, persists successful notes, and returns the result. Source-label validation cannot establish factual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explains the actual schema. projects.id logically links notes.project_id. The current schema does not declare a database foreign-key constraint. JSON stores summary and citations. Source/report/index files live under a generated project identifier.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Syed explains schema version 1.0.0. Module records contain symbols, imports and parse errors. Call edges contain source, target, label and resolution. Web imports use relative file paths. Source snippets are retrieved from validated snapshot paths, not arbitrary filesystem 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begins implementation. Python ast parses source text without import or execution. Complexity starts at one and counts supported branches in the current function scope. Candidate flags are heuristics. The details are in parser.py and analyzer.py.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explains AST-derived chunks, normalized 384-dimensional BGE vectors, and hybrid ranking. The semantic score has weight 0.8 and lexical cosine 0.2. A labeled lexical fallback is available. Source comments are untrusted context. Sources for model identity: https://huggingface.co/BAAI/bge-small-en-v1.5 and https://huggingface.co/Qwen/Qwen2.5-Coder-1.5B-Instruct-GGUF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distinguishes this stack from the earlier proposal. This edition uses Python AST and custom graph logic, not tree-sitter or NetworkX. NumPy stores the vector matrix, not FAISS or Chroma. The application does not train 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demonstrates the same Legacy Shop project shown in the screenshot. Open Source explorer, select calculate_total, then switch Architecture from module graph to call graph. The picture is a captured running interface, not a design mockup. Evidence: verification/overview-final.jpg and verification/VERIFICATION.md in the source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asks the sample question and opens the source references. The real recorded explanation is short and can miscite evidence. For example, the saved calculation answer assigns rounding to a source label that points to checkout. The more focused symbol explanation points directly to calculate_total. Do not claim that source-label validation detects this semantic mismatch. Evidence: verification/live-model-results.json.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states the measurement scope. Fifteen automated tests passed. Four handwritten semantic questions were evaluated on the six-file fixture. Source coverage counts a module excerpt that contains the expected function. These are distinct retrieval measures. Source: delivered verification/VERIFICATION.md and live-model-results.json, checked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explains that local operation and Python-only scope are current boundaries. Graph resolution is heuristic. A public service would need separate authentication and deployment design. Broad accuracy and onboarding benefit require controlled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Junaid closes the implementation section. This table describes current software status and a suggested presentation split. All three students should demonstrate understanding of the whole system. Genuine geotagged work photos, guide approval, signatures, and physical printing must be completed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studies are background research, not installed runtime components. Bibliographic entries and model/runtime links are in the Phase-I report. Sources: https://aclanthology.org/2020.findings-emnlp.139/ https://arxiv.org/abs/2107.03374 https://arxiv.org/abs/2009.08366 https://ink.library.smu.edu.sg/sis_research/4292/ https://aclanthology.org/2020.acl-main.449/ https://arxiv.org/abs/1709.06182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members should be ready to answer questions. Close with a live source walkthrough instead of claiming perfect generated documentation. Guide and student details follow the populated supplied title slide and should be confirmed before final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f3c131e1fd47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069c306e9e48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503ac7f64042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f54f932b354e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65d7bb8fe14d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653efcb6de41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D177C9-C6A9-4394-BCD9-0E9E6ADE5EA0}"/>
              </a:ext>
            </a:extLst>
          </p:cNvPr>
          <p:cNvSpPr>
            <a:spLocks xmlns:a="http://schemas.openxmlformats.org/drawingml/2006/main" noGrp="1"/>
          </p:cNvSpPr>
          <p:nvPr>
            <p:ph type="title" idx="0"/>
          </p:nvPr>
        </p:nvSpPr>
        <p:spPr>
          <a:xfrm xmlns:a="http://schemas.openxmlformats.org/drawingml/2006/main">
            <a:off x="1371600" y="2914650"/>
            <a:ext cx="10972800" cy="1114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00" b="1">
                <a:solidFill>
                  <a:schemeClr val="tx1"/>
                </a:solidFill>
                <a:latin typeface="+mj-lt"/>
                <a:ea typeface="+mj-lt"/>
                <a:cs typeface="+mj-lt"/>
              </a:defRPr>
            </a:defPPr>
            <a:lvl1pPr marL="0" indent="0" algn="ctr">
              <a:lnSpc>
                <a:spcPct val="110000"/>
              </a:lnSpc>
              <a:spcBef>
                <a:spcPts val="0"/>
              </a:spcBef>
              <a:spcAft>
                <a:spcPts val="0"/>
              </a:spcAft>
              <a:buNone/>
              <a:defRPr sz="5400" b="1">
                <a:solidFill>
                  <a:schemeClr val="tx1"/>
                </a:solidFill>
                <a:latin typeface="+mj-lt"/>
                <a:ea typeface="+mj-lt"/>
                <a:cs typeface="+mj-lt"/>
              </a:defRPr>
            </a:lvl1pPr>
            <a:lvl2pPr marL="0" indent="0" algn="ctr">
              <a:lnSpc>
                <a:spcPct val="110000"/>
              </a:lnSpc>
              <a:spcBef>
                <a:spcPts val="0"/>
              </a:spcBef>
              <a:spcAft>
                <a:spcPts val="0"/>
              </a:spcAft>
              <a:buNone/>
              <a:defRPr sz="5400" b="1">
                <a:solidFill>
                  <a:schemeClr val="tx1"/>
                </a:solidFill>
                <a:latin typeface="+mj-lt"/>
                <a:ea typeface="+mj-lt"/>
                <a:cs typeface="+mj-lt"/>
              </a:defRPr>
            </a:lvl2pPr>
            <a:lvl3pPr marL="0" indent="0" algn="ctr">
              <a:lnSpc>
                <a:spcPct val="110000"/>
              </a:lnSpc>
              <a:spcBef>
                <a:spcPts val="0"/>
              </a:spcBef>
              <a:spcAft>
                <a:spcPts val="0"/>
              </a:spcAft>
              <a:buNone/>
              <a:defRPr sz="5400" b="1">
                <a:solidFill>
                  <a:schemeClr val="tx1"/>
                </a:solidFill>
                <a:latin typeface="+mj-lt"/>
                <a:ea typeface="+mj-lt"/>
                <a:cs typeface="+mj-lt"/>
              </a:defRPr>
            </a:lvl3pPr>
            <a:lvl4pPr marL="0" indent="0" algn="ctr">
              <a:lnSpc>
                <a:spcPct val="110000"/>
              </a:lnSpc>
              <a:spcBef>
                <a:spcPts val="0"/>
              </a:spcBef>
              <a:spcAft>
                <a:spcPts val="0"/>
              </a:spcAft>
              <a:buNone/>
              <a:defRPr sz="5400" b="1">
                <a:solidFill>
                  <a:schemeClr val="tx1"/>
                </a:solidFill>
                <a:latin typeface="+mj-lt"/>
                <a:ea typeface="+mj-lt"/>
                <a:cs typeface="+mj-lt"/>
              </a:defRPr>
            </a:lvl4pPr>
            <a:lvl5pPr marL="0" indent="0" algn="ctr">
              <a:lnSpc>
                <a:spcPct val="110000"/>
              </a:lnSpc>
              <a:spcBef>
                <a:spcPts val="0"/>
              </a:spcBef>
              <a:spcAft>
                <a:spcPts val="0"/>
              </a:spcAft>
              <a:buNone/>
              <a:defRPr sz="5400" b="1">
                <a:solidFill>
                  <a:schemeClr val="tx1"/>
                </a:solidFill>
                <a:latin typeface="+mj-lt"/>
                <a:ea typeface="+mj-lt"/>
                <a:cs typeface="+mj-lt"/>
              </a:defRPr>
            </a:lvl5pPr>
            <a:lvl6pPr marL="0" indent="0" algn="ctr">
              <a:lnSpc>
                <a:spcPct val="110000"/>
              </a:lnSpc>
              <a:spcBef>
                <a:spcPts val="0"/>
              </a:spcBef>
              <a:spcAft>
                <a:spcPts val="0"/>
              </a:spcAft>
              <a:buNone/>
              <a:defRPr sz="5400" b="1">
                <a:solidFill>
                  <a:schemeClr val="tx1"/>
                </a:solidFill>
                <a:latin typeface="+mj-lt"/>
                <a:ea typeface="+mj-lt"/>
                <a:cs typeface="+mj-lt"/>
              </a:defRPr>
            </a:lvl6pPr>
            <a:lvl7pPr marL="0" indent="0" algn="ctr">
              <a:lnSpc>
                <a:spcPct val="110000"/>
              </a:lnSpc>
              <a:spcBef>
                <a:spcPts val="0"/>
              </a:spcBef>
              <a:spcAft>
                <a:spcPts val="0"/>
              </a:spcAft>
              <a:buNone/>
              <a:defRPr sz="5400" b="1">
                <a:solidFill>
                  <a:schemeClr val="tx1"/>
                </a:solidFill>
                <a:latin typeface="+mj-lt"/>
                <a:ea typeface="+mj-lt"/>
                <a:cs typeface="+mj-lt"/>
              </a:defRPr>
            </a:lvl7pPr>
            <a:lvl8pPr marL="0" indent="0" algn="ctr">
              <a:lnSpc>
                <a:spcPct val="110000"/>
              </a:lnSpc>
              <a:spcBef>
                <a:spcPts val="0"/>
              </a:spcBef>
              <a:spcAft>
                <a:spcPts val="0"/>
              </a:spcAft>
              <a:buNone/>
              <a:defRPr sz="5400" b="1">
                <a:solidFill>
                  <a:schemeClr val="tx1"/>
                </a:solidFill>
                <a:latin typeface="+mj-lt"/>
                <a:ea typeface="+mj-lt"/>
                <a:cs typeface="+mj-lt"/>
              </a:defRPr>
            </a:lvl8pPr>
            <a:lvl9pPr marL="0" indent="0" algn="ctr">
              <a:lnSpc>
                <a:spcPct val="110000"/>
              </a:lnSpc>
              <a:spcBef>
                <a:spcPts val="0"/>
              </a:spcBef>
              <a:spcAft>
                <a:spcPts val="0"/>
              </a:spcAft>
              <a:buNone/>
              <a:defRPr sz="54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900799-D78F-4B10-A5DC-949D81AB514D}"/>
              </a:ext>
            </a:extLst>
          </p:cNvPr>
          <p:cNvSpPr>
            <a:spLocks xmlns:a="http://schemas.openxmlformats.org/drawingml/2006/main" noGrp="1"/>
          </p:cNvSpPr>
          <p:nvPr>
            <p:ph type="subTitle" idx="1"/>
          </p:nvPr>
        </p:nvSpPr>
        <p:spPr>
          <a:xfrm xmlns:a="http://schemas.openxmlformats.org/drawingml/2006/main">
            <a:off x="2057400" y="4243388"/>
            <a:ext cx="9601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3" b="0">
                <a:solidFill>
                  <a:schemeClr val="tx1"/>
                </a:solidFill>
                <a:latin typeface="+mn-lt"/>
                <a:ea typeface="+mn-lt"/>
                <a:cs typeface="+mn-lt"/>
              </a:defRPr>
            </a:defPPr>
            <a:lvl1pPr marL="0" indent="0" algn="ctr">
              <a:lnSpc>
                <a:spcPct val="110000"/>
              </a:lnSpc>
              <a:spcBef>
                <a:spcPts val="0"/>
              </a:spcBef>
              <a:spcAft>
                <a:spcPts val="0"/>
              </a:spcAft>
              <a:buNone/>
              <a:defRPr sz="2363" b="0">
                <a:solidFill>
                  <a:schemeClr val="tx1"/>
                </a:solidFill>
                <a:latin typeface="+mn-lt"/>
                <a:ea typeface="+mn-lt"/>
                <a:cs typeface="+mn-lt"/>
              </a:defRPr>
            </a:lvl1pPr>
            <a:lvl2pPr marL="0" indent="0" algn="ctr">
              <a:lnSpc>
                <a:spcPct val="110000"/>
              </a:lnSpc>
              <a:spcBef>
                <a:spcPts val="0"/>
              </a:spcBef>
              <a:spcAft>
                <a:spcPts val="0"/>
              </a:spcAft>
              <a:buNone/>
              <a:defRPr sz="2363" b="0">
                <a:solidFill>
                  <a:schemeClr val="tx1"/>
                </a:solidFill>
                <a:latin typeface="+mn-lt"/>
                <a:ea typeface="+mn-lt"/>
                <a:cs typeface="+mn-lt"/>
              </a:defRPr>
            </a:lvl2pPr>
            <a:lvl3pPr marL="0" indent="0" algn="ctr">
              <a:lnSpc>
                <a:spcPct val="110000"/>
              </a:lnSpc>
              <a:spcBef>
                <a:spcPts val="0"/>
              </a:spcBef>
              <a:spcAft>
                <a:spcPts val="0"/>
              </a:spcAft>
              <a:buNone/>
              <a:defRPr sz="2363" b="0">
                <a:solidFill>
                  <a:schemeClr val="tx1"/>
                </a:solidFill>
                <a:latin typeface="+mn-lt"/>
                <a:ea typeface="+mn-lt"/>
                <a:cs typeface="+mn-lt"/>
              </a:defRPr>
            </a:lvl3pPr>
            <a:lvl4pPr marL="0" indent="0" algn="ctr">
              <a:lnSpc>
                <a:spcPct val="110000"/>
              </a:lnSpc>
              <a:spcBef>
                <a:spcPts val="0"/>
              </a:spcBef>
              <a:spcAft>
                <a:spcPts val="0"/>
              </a:spcAft>
              <a:buNone/>
              <a:defRPr sz="2363" b="0">
                <a:solidFill>
                  <a:schemeClr val="tx1"/>
                </a:solidFill>
                <a:latin typeface="+mn-lt"/>
                <a:ea typeface="+mn-lt"/>
                <a:cs typeface="+mn-lt"/>
              </a:defRPr>
            </a:lvl4pPr>
            <a:lvl5pPr marL="0" indent="0" algn="ctr">
              <a:lnSpc>
                <a:spcPct val="110000"/>
              </a:lnSpc>
              <a:spcBef>
                <a:spcPts val="0"/>
              </a:spcBef>
              <a:spcAft>
                <a:spcPts val="0"/>
              </a:spcAft>
              <a:buNone/>
              <a:defRPr sz="2363" b="0">
                <a:solidFill>
                  <a:schemeClr val="tx1"/>
                </a:solidFill>
                <a:latin typeface="+mn-lt"/>
                <a:ea typeface="+mn-lt"/>
                <a:cs typeface="+mn-lt"/>
              </a:defRPr>
            </a:lvl5pPr>
            <a:lvl6pPr marL="0" indent="0" algn="ctr">
              <a:lnSpc>
                <a:spcPct val="110000"/>
              </a:lnSpc>
              <a:spcBef>
                <a:spcPts val="0"/>
              </a:spcBef>
              <a:spcAft>
                <a:spcPts val="0"/>
              </a:spcAft>
              <a:buNone/>
              <a:defRPr sz="2363" b="0">
                <a:solidFill>
                  <a:schemeClr val="tx1"/>
                </a:solidFill>
                <a:latin typeface="+mn-lt"/>
                <a:ea typeface="+mn-lt"/>
                <a:cs typeface="+mn-lt"/>
              </a:defRPr>
            </a:lvl6pPr>
            <a:lvl7pPr marL="0" indent="0" algn="ctr">
              <a:lnSpc>
                <a:spcPct val="110000"/>
              </a:lnSpc>
              <a:spcBef>
                <a:spcPts val="0"/>
              </a:spcBef>
              <a:spcAft>
                <a:spcPts val="0"/>
              </a:spcAft>
              <a:buNone/>
              <a:defRPr sz="2363" b="0">
                <a:solidFill>
                  <a:schemeClr val="tx1"/>
                </a:solidFill>
                <a:latin typeface="+mn-lt"/>
                <a:ea typeface="+mn-lt"/>
                <a:cs typeface="+mn-lt"/>
              </a:defRPr>
            </a:lvl7pPr>
            <a:lvl8pPr marL="0" indent="0" algn="ctr">
              <a:lnSpc>
                <a:spcPct val="110000"/>
              </a:lnSpc>
              <a:spcBef>
                <a:spcPts val="0"/>
              </a:spcBef>
              <a:spcAft>
                <a:spcPts val="0"/>
              </a:spcAft>
              <a:buNone/>
              <a:defRPr sz="2363" b="0">
                <a:solidFill>
                  <a:schemeClr val="tx1"/>
                </a:solidFill>
                <a:latin typeface="+mn-lt"/>
                <a:ea typeface="+mn-lt"/>
                <a:cs typeface="+mn-lt"/>
              </a:defRPr>
            </a:lvl8pPr>
            <a:lvl9pPr marL="0" indent="0" algn="ctr">
              <a:lnSpc>
                <a:spcPct val="110000"/>
              </a:lnSpc>
              <a:spcBef>
                <a:spcPts val="0"/>
              </a:spcBef>
              <a:spcAft>
                <a:spcPts val="0"/>
              </a:spcAft>
              <a:buNone/>
              <a:defRPr sz="236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CEA0EB-0BE0-40AC-BF2B-1C0ABE75EF4A}"/>
              </a:ext>
            </a:extLst>
          </p:cNvPr>
          <p:cNvSpPr>
            <a:spLocks xmlns:a="http://schemas.openxmlformats.org/drawingml/2006/main" noGrp="1"/>
          </p:cNvSpPr>
          <p:nvPr>
            <p:ph type="title" idx="0"/>
          </p:nvPr>
        </p:nvSpPr>
        <p:spPr>
          <a:xfrm xmlns:a="http://schemas.openxmlformats.org/drawingml/2006/main">
            <a:off x="1371600" y="3214688"/>
            <a:ext cx="10972800" cy="1285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5" b="1">
                <a:solidFill>
                  <a:schemeClr val="tx1"/>
                </a:solidFill>
                <a:latin typeface="+mj-lt"/>
                <a:ea typeface="+mj-lt"/>
                <a:cs typeface="+mj-lt"/>
              </a:defRPr>
            </a:defPPr>
            <a:lvl1pPr marL="0" indent="0" algn="ctr">
              <a:lnSpc>
                <a:spcPct val="110000"/>
              </a:lnSpc>
              <a:spcBef>
                <a:spcPts val="0"/>
              </a:spcBef>
              <a:spcAft>
                <a:spcPts val="0"/>
              </a:spcAft>
              <a:buNone/>
              <a:defRPr sz="4725" b="1">
                <a:solidFill>
                  <a:schemeClr val="tx1"/>
                </a:solidFill>
                <a:latin typeface="+mj-lt"/>
                <a:ea typeface="+mj-lt"/>
                <a:cs typeface="+mj-lt"/>
              </a:defRPr>
            </a:lvl1pPr>
            <a:lvl2pPr marL="0" indent="0" algn="ctr">
              <a:lnSpc>
                <a:spcPct val="110000"/>
              </a:lnSpc>
              <a:spcBef>
                <a:spcPts val="0"/>
              </a:spcBef>
              <a:spcAft>
                <a:spcPts val="0"/>
              </a:spcAft>
              <a:buNone/>
              <a:defRPr sz="4725" b="1">
                <a:solidFill>
                  <a:schemeClr val="tx1"/>
                </a:solidFill>
                <a:latin typeface="+mj-lt"/>
                <a:ea typeface="+mj-lt"/>
                <a:cs typeface="+mj-lt"/>
              </a:defRPr>
            </a:lvl2pPr>
            <a:lvl3pPr marL="0" indent="0" algn="ctr">
              <a:lnSpc>
                <a:spcPct val="110000"/>
              </a:lnSpc>
              <a:spcBef>
                <a:spcPts val="0"/>
              </a:spcBef>
              <a:spcAft>
                <a:spcPts val="0"/>
              </a:spcAft>
              <a:buNone/>
              <a:defRPr sz="4725" b="1">
                <a:solidFill>
                  <a:schemeClr val="tx1"/>
                </a:solidFill>
                <a:latin typeface="+mj-lt"/>
                <a:ea typeface="+mj-lt"/>
                <a:cs typeface="+mj-lt"/>
              </a:defRPr>
            </a:lvl3pPr>
            <a:lvl4pPr marL="0" indent="0" algn="ctr">
              <a:lnSpc>
                <a:spcPct val="110000"/>
              </a:lnSpc>
              <a:spcBef>
                <a:spcPts val="0"/>
              </a:spcBef>
              <a:spcAft>
                <a:spcPts val="0"/>
              </a:spcAft>
              <a:buNone/>
              <a:defRPr sz="4725" b="1">
                <a:solidFill>
                  <a:schemeClr val="tx1"/>
                </a:solidFill>
                <a:latin typeface="+mj-lt"/>
                <a:ea typeface="+mj-lt"/>
                <a:cs typeface="+mj-lt"/>
              </a:defRPr>
            </a:lvl4pPr>
            <a:lvl5pPr marL="0" indent="0" algn="ctr">
              <a:lnSpc>
                <a:spcPct val="110000"/>
              </a:lnSpc>
              <a:spcBef>
                <a:spcPts val="0"/>
              </a:spcBef>
              <a:spcAft>
                <a:spcPts val="0"/>
              </a:spcAft>
              <a:buNone/>
              <a:defRPr sz="4725" b="1">
                <a:solidFill>
                  <a:schemeClr val="tx1"/>
                </a:solidFill>
                <a:latin typeface="+mj-lt"/>
                <a:ea typeface="+mj-lt"/>
                <a:cs typeface="+mj-lt"/>
              </a:defRPr>
            </a:lvl5pPr>
            <a:lvl6pPr marL="0" indent="0" algn="ctr">
              <a:lnSpc>
                <a:spcPct val="110000"/>
              </a:lnSpc>
              <a:spcBef>
                <a:spcPts val="0"/>
              </a:spcBef>
              <a:spcAft>
                <a:spcPts val="0"/>
              </a:spcAft>
              <a:buNone/>
              <a:defRPr sz="4725" b="1">
                <a:solidFill>
                  <a:schemeClr val="tx1"/>
                </a:solidFill>
                <a:latin typeface="+mj-lt"/>
                <a:ea typeface="+mj-lt"/>
                <a:cs typeface="+mj-lt"/>
              </a:defRPr>
            </a:lvl6pPr>
            <a:lvl7pPr marL="0" indent="0" algn="ctr">
              <a:lnSpc>
                <a:spcPct val="110000"/>
              </a:lnSpc>
              <a:spcBef>
                <a:spcPts val="0"/>
              </a:spcBef>
              <a:spcAft>
                <a:spcPts val="0"/>
              </a:spcAft>
              <a:buNone/>
              <a:defRPr sz="4725" b="1">
                <a:solidFill>
                  <a:schemeClr val="tx1"/>
                </a:solidFill>
                <a:latin typeface="+mj-lt"/>
                <a:ea typeface="+mj-lt"/>
                <a:cs typeface="+mj-lt"/>
              </a:defRPr>
            </a:lvl7pPr>
            <a:lvl8pPr marL="0" indent="0" algn="ctr">
              <a:lnSpc>
                <a:spcPct val="110000"/>
              </a:lnSpc>
              <a:spcBef>
                <a:spcPts val="0"/>
              </a:spcBef>
              <a:spcAft>
                <a:spcPts val="0"/>
              </a:spcAft>
              <a:buNone/>
              <a:defRPr sz="4725" b="1">
                <a:solidFill>
                  <a:schemeClr val="tx1"/>
                </a:solidFill>
                <a:latin typeface="+mj-lt"/>
                <a:ea typeface="+mj-lt"/>
                <a:cs typeface="+mj-lt"/>
              </a:defRPr>
            </a:lvl8pPr>
            <a:lvl9pPr marL="0" indent="0" algn="ctr">
              <a:lnSpc>
                <a:spcPct val="110000"/>
              </a:lnSpc>
              <a:spcBef>
                <a:spcPts val="0"/>
              </a:spcBef>
              <a:spcAft>
                <a:spcPts val="0"/>
              </a:spcAft>
              <a:buNone/>
              <a:defRPr sz="472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E6045F-6249-4227-853C-D5EB682BA656}"/>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F8999E3-37E2-4EFF-8696-9AD4C9AF33E9}"/>
              </a:ext>
            </a:extLst>
          </p:cNvPr>
          <p:cNvSpPr>
            <a:spLocks xmlns:a="http://schemas.openxmlformats.org/drawingml/2006/main" noGrp="1"/>
          </p:cNvSpPr>
          <p:nvPr>
            <p:ph type="body" idx="1"/>
          </p:nvPr>
        </p:nvSpPr>
        <p:spPr>
          <a:xfrm xmlns:a="http://schemas.openxmlformats.org/drawingml/2006/main">
            <a:off x="771525" y="2143125"/>
            <a:ext cx="121729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1E7D1F-9082-4E70-A880-8E6EE53D9164}"/>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C9BCD4-56E1-429A-B261-7A060B0647A6}"/>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D2AAEE-8736-4B1D-93AB-67FC93B421AE}"/>
              </a:ext>
            </a:extLst>
          </p:cNvPr>
          <p:cNvSpPr>
            <a:spLocks xmlns:a="http://schemas.openxmlformats.org/drawingml/2006/main" noGrp="1"/>
          </p:cNvSpPr>
          <p:nvPr>
            <p:ph type="body" idx="2"/>
          </p:nvPr>
        </p:nvSpPr>
        <p:spPr>
          <a:xfrm xmlns:a="http://schemas.openxmlformats.org/drawingml/2006/main">
            <a:off x="72866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85491C-7CFA-4671-B8BD-9F8EB6709699}"/>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4A318D-5A74-4F98-9458-B346C907EB0D}"/>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5fa6a5d6b145a8" /><Relationship Type="http://schemas.openxmlformats.org/officeDocument/2006/relationships/slideLayout" Target="/ppt/slideLayouts/slideLayout1.xml" Id="R00ef12450f8d4093" /><Relationship Type="http://schemas.openxmlformats.org/officeDocument/2006/relationships/slideLayout" Target="/ppt/slideLayouts/slideLayout2.xml" Id="R1bbe8c84df874264" /><Relationship Type="http://schemas.openxmlformats.org/officeDocument/2006/relationships/slideLayout" Target="/ppt/slideLayouts/slideLayout3.xml" Id="R5fafdb451a484879" /><Relationship Type="http://schemas.openxmlformats.org/officeDocument/2006/relationships/slideLayout" Target="/ppt/slideLayouts/slideLayout4.xml" Id="R81642c0eebfe4668" /><Relationship Type="http://schemas.openxmlformats.org/officeDocument/2006/relationships/slideLayout" Target="/ppt/slideLayouts/slideLayout5.xml" Id="Rfff50a37375c4f4a" /><Relationship Type="http://schemas.openxmlformats.org/officeDocument/2006/relationships/slideLayout" Target="/ppt/slideLayouts/slideLayout6.xml" Id="R7b9f48476e7a42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ef12450f8d4093"/>
    <p:sldLayoutId xmlns:r="http://schemas.openxmlformats.org/officeDocument/2006/relationships" id="2147483650" r:id="R1bbe8c84df874264"/>
    <p:sldLayoutId xmlns:r="http://schemas.openxmlformats.org/officeDocument/2006/relationships" id="2147483651" r:id="R5fafdb451a484879"/>
    <p:sldLayoutId xmlns:r="http://schemas.openxmlformats.org/officeDocument/2006/relationships" id="2147483652" r:id="R81642c0eebfe4668"/>
    <p:sldLayoutId xmlns:r="http://schemas.openxmlformats.org/officeDocument/2006/relationships" id="2147483653" r:id="Rfff50a37375c4f4a"/>
    <p:sldLayoutId xmlns:r="http://schemas.openxmlformats.org/officeDocument/2006/relationships" id="2147483654" r:id="R7b9f48476e7a42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b51cbfce214751" /><Relationship Type="http://schemas.openxmlformats.org/officeDocument/2006/relationships/image" Target="/ppt/media/image.png" Id="R7388ba291835474a" /><Relationship Type="http://schemas.openxmlformats.org/officeDocument/2006/relationships/notesSlide" Target="/ppt/notesSlides/notesSlide1.xml" Id="Rf0e7e74fcd9f4f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014918450954c56" /><Relationship Type="http://schemas.openxmlformats.org/officeDocument/2006/relationships/image" Target="/ppt/media/image2.png" Id="Rea76be91680b4acb" /><Relationship Type="http://schemas.openxmlformats.org/officeDocument/2006/relationships/notesSlide" Target="/ppt/notesSlides/notesSlide2.xml" Id="R4b707cf6c9124c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e218572f8d4f7f" /><Relationship Type="http://schemas.openxmlformats.org/officeDocument/2006/relationships/image" Target="/ppt/media/image3.png" Id="R05f03200e51049b1" /><Relationship Type="http://schemas.openxmlformats.org/officeDocument/2006/relationships/notesSlide" Target="/ppt/notesSlides/notesSlide3.xml" Id="Rc0854d2c89684b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462df88f144dd1" /><Relationship Type="http://schemas.openxmlformats.org/officeDocument/2006/relationships/image" Target="/ppt/media/image4.png" Id="Rbffde040c0294077" /><Relationship Type="http://schemas.openxmlformats.org/officeDocument/2006/relationships/notesSlide" Target="/ppt/notesSlides/notesSlide4.xml" Id="Rc08d3ea634d24f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d40dea3e094761" /><Relationship Type="http://schemas.openxmlformats.org/officeDocument/2006/relationships/image" Target="/ppt/media/image5.png" Id="R021ed5d918a24f4d" /><Relationship Type="http://schemas.openxmlformats.org/officeDocument/2006/relationships/notesSlide" Target="/ppt/notesSlides/notesSlide5.xml" Id="R90786ea5f8b349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95f140798c48be" /><Relationship Type="http://schemas.openxmlformats.org/officeDocument/2006/relationships/image" Target="/ppt/media/image6.png" Id="R0490dd19901e4796" /><Relationship Type="http://schemas.openxmlformats.org/officeDocument/2006/relationships/notesSlide" Target="/ppt/notesSlides/notesSlide6.xml" Id="R5f773678b32c42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88534447b94d1f" /><Relationship Type="http://schemas.openxmlformats.org/officeDocument/2006/relationships/image" Target="/ppt/media/image7.png" Id="R34525ec0a7c947db" /><Relationship Type="http://schemas.openxmlformats.org/officeDocument/2006/relationships/notesSlide" Target="/ppt/notesSlides/notesSlide7.xml" Id="R03df48fbf15d4e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6d84fdad6741ca" /><Relationship Type="http://schemas.openxmlformats.org/officeDocument/2006/relationships/image" Target="/ppt/media/image8.png" Id="R8ca30a76a3384f50" /><Relationship Type="http://schemas.openxmlformats.org/officeDocument/2006/relationships/notesSlide" Target="/ppt/notesSlides/notesSlide8.xml" Id="Rd897a7361fef44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2a3e5de16e4ece" /><Relationship Type="http://schemas.openxmlformats.org/officeDocument/2006/relationships/image" Target="/ppt/media/image9.png" Id="R64ff9fb9470649ec" /><Relationship Type="http://schemas.openxmlformats.org/officeDocument/2006/relationships/notesSlide" Target="/ppt/notesSlides/notesSlide9.xml" Id="Rebf9a9214c7f4c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f83d66febf4234" /><Relationship Type="http://schemas.openxmlformats.org/officeDocument/2006/relationships/image" Target="/ppt/media/image10.png" Id="R1d2462d8f8184afa" /><Relationship Type="http://schemas.openxmlformats.org/officeDocument/2006/relationships/notesSlide" Target="/ppt/notesSlides/notesSlide10.xml" Id="Rcbfcca20820c40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074e65665b94385" /><Relationship Type="http://schemas.openxmlformats.org/officeDocument/2006/relationships/image" Target="/ppt/media/image11.png" Id="Reb654de865b84cd2" /><Relationship Type="http://schemas.openxmlformats.org/officeDocument/2006/relationships/notesSlide" Target="/ppt/notesSlides/notesSlide11.xml" Id="R1e2440554bdc4b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b47955a9ce4464a" /><Relationship Type="http://schemas.openxmlformats.org/officeDocument/2006/relationships/image" Target="/ppt/media/image12.png" Id="R639d2388ef714045" /><Relationship Type="http://schemas.openxmlformats.org/officeDocument/2006/relationships/notesSlide" Target="/ppt/notesSlides/notesSlide12.xml" Id="R3add3f65d3ab4d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d7070730f02435f" /><Relationship Type="http://schemas.openxmlformats.org/officeDocument/2006/relationships/image" Target="/ppt/media/image13.png" Id="R7fdfb8203e634c42" /><Relationship Type="http://schemas.openxmlformats.org/officeDocument/2006/relationships/notesSlide" Target="/ppt/notesSlides/notesSlide13.xml" Id="Rc8b1114c7a144e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7ef8bb9a62a47d7" /><Relationship Type="http://schemas.openxmlformats.org/officeDocument/2006/relationships/image" Target="/ppt/media/image14.png" Id="Rca3028383b3d4696" /><Relationship Type="http://schemas.openxmlformats.org/officeDocument/2006/relationships/notesSlide" Target="/ppt/notesSlides/notesSlide14.xml" Id="Rda11567b4ea54d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a2a52fa3ca4b00" /><Relationship Type="http://schemas.openxmlformats.org/officeDocument/2006/relationships/image" Target="/ppt/media/image15.png" Id="R682600553e24434d" /><Relationship Type="http://schemas.openxmlformats.org/officeDocument/2006/relationships/notesSlide" Target="/ppt/notesSlides/notesSlide15.xml" Id="R29c1d4245c2b42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0889b91d9d8449c" /><Relationship Type="http://schemas.openxmlformats.org/officeDocument/2006/relationships/image" Target="/ppt/media/image16.png" Id="R9fad46b22a624ebc" /><Relationship Type="http://schemas.openxmlformats.org/officeDocument/2006/relationships/notesSlide" Target="/ppt/notesSlides/notesSlide16.xml" Id="R7f8313cd9e004a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9baf778c074936" /><Relationship Type="http://schemas.openxmlformats.org/officeDocument/2006/relationships/image" Target="/ppt/media/image17.png" Id="R289cb26321c04291" /><Relationship Type="http://schemas.openxmlformats.org/officeDocument/2006/relationships/notesSlide" Target="/ppt/notesSlides/notesSlide17.xml" Id="Rac7966b26c8f42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2dc6a6801aa4b18" /><Relationship Type="http://schemas.openxmlformats.org/officeDocument/2006/relationships/image" Target="/ppt/media/image18.png" Id="R54245aa2c4c24b27" /><Relationship Type="http://schemas.openxmlformats.org/officeDocument/2006/relationships/notesSlide" Target="/ppt/notesSlides/notesSlide18.xml" Id="R6e92cbfef6fc4e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6746d6acf774c0e" /><Relationship Type="http://schemas.openxmlformats.org/officeDocument/2006/relationships/image" Target="/ppt/media/image19.png" Id="R1e6cc82296714bc8" /><Relationship Type="http://schemas.openxmlformats.org/officeDocument/2006/relationships/notesSlide" Target="/ppt/notesSlides/notesSlide19.xml" Id="R3c53dccdcddc43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2461df40cfc4cba" /><Relationship Type="http://schemas.openxmlformats.org/officeDocument/2006/relationships/image" Target="/ppt/media/image20.png" Id="Rb5814ac115ba48e9" /><Relationship Type="http://schemas.openxmlformats.org/officeDocument/2006/relationships/notesSlide" Target="/ppt/notesSlides/notesSlide20.xml" Id="R8ce60df8a89c44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7491e7d3b75492e" /><Relationship Type="http://schemas.openxmlformats.org/officeDocument/2006/relationships/image" Target="/ppt/media/image21.png" Id="R2d602de2b1e74b33" /><Relationship Type="http://schemas.openxmlformats.org/officeDocument/2006/relationships/notesSlide" Target="/ppt/notesSlides/notesSlide21.xml" Id="R3daf2ad368ed4b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8c6b126c14f4f70" /><Relationship Type="http://schemas.openxmlformats.org/officeDocument/2006/relationships/image" Target="/ppt/media/image22.png" Id="R5b1fa1e3337c4319" /><Relationship Type="http://schemas.openxmlformats.org/officeDocument/2006/relationships/image" Target="/ppt/media/image.jpeg" Id="Re952aa6ca6fa476e" /><Relationship Type="http://schemas.openxmlformats.org/officeDocument/2006/relationships/notesSlide" Target="/ppt/notesSlides/notesSlide22.xml" Id="Rac88dc5bd71d4f9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7f429a89b5b4225" /><Relationship Type="http://schemas.openxmlformats.org/officeDocument/2006/relationships/image" Target="/ppt/media/image23.png" Id="R4f0454b5ce1b44f5" /><Relationship Type="http://schemas.openxmlformats.org/officeDocument/2006/relationships/image" Target="/ppt/media/image2.jpeg" Id="R81224cc870cc47c8" /><Relationship Type="http://schemas.openxmlformats.org/officeDocument/2006/relationships/notesSlide" Target="/ppt/notesSlides/notesSlide23.xml" Id="Rbd347c2997e54b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c1614b3895e4d1d" /><Relationship Type="http://schemas.openxmlformats.org/officeDocument/2006/relationships/image" Target="/ppt/media/image24.png" Id="R9555bfb5cb974a8f" /><Relationship Type="http://schemas.openxmlformats.org/officeDocument/2006/relationships/notesSlide" Target="/ppt/notesSlides/notesSlide24.xml" Id="R46afdfce636b438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293809581114d4b" /><Relationship Type="http://schemas.openxmlformats.org/officeDocument/2006/relationships/image" Target="/ppt/media/image25.png" Id="R4f1dc7afd0094f48" /><Relationship Type="http://schemas.openxmlformats.org/officeDocument/2006/relationships/notesSlide" Target="/ppt/notesSlides/notesSlide25.xml" Id="Rdea570e2929247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e3f453cba514455" /><Relationship Type="http://schemas.openxmlformats.org/officeDocument/2006/relationships/image" Target="/ppt/media/image26.png" Id="R136826745f2245eb" /><Relationship Type="http://schemas.openxmlformats.org/officeDocument/2006/relationships/notesSlide" Target="/ppt/notesSlides/notesSlide26.xml" Id="Ra9c98854ee744c9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1c166a783b541dd" /><Relationship Type="http://schemas.openxmlformats.org/officeDocument/2006/relationships/image" Target="/ppt/media/image27.png" Id="R6491510b83e44310" /><Relationship Type="http://schemas.openxmlformats.org/officeDocument/2006/relationships/notesSlide" Target="/ppt/notesSlides/notesSlide27.xml" Id="R2aae8bf9231440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856d8a9d37d4e8e" /><Relationship Type="http://schemas.openxmlformats.org/officeDocument/2006/relationships/notesSlide" Target="/ppt/notesSlides/notesSlide28.xml" Id="Rb5daa6c96bba41a5" /></Relationships>
</file>

<file path=ppt/slides/slide1.xml><?xml version="1.0" encoding="utf-8"?>
<p:sld xmlns:p="http://schemas.openxmlformats.org/presentationml/2006/main">
  <p:cSld>
    <p:bg>
      <p:bgPr>
        <a:solidFill xmlns:a="http://schemas.openxmlformats.org/drawingml/2006/main">
          <a:srgbClr val="14233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1AA260-9FCF-4A6E-B8E3-79B5F3330E08}"/>
              </a:ext>
            </a:extLst>
          </p:cNvPr>
          <p:cNvSpPr>
            <a:spLocks xmlns:a="http://schemas.openxmlformats.org/drawingml/2006/main" noGrp="1"/>
          </p:cNvSpPr>
          <p:nvPr/>
        </p:nvSpPr>
        <p:spPr>
          <a:xfrm xmlns:a="http://schemas.openxmlformats.org/drawingml/2006/main">
            <a:off x="523875" y="333375"/>
            <a:ext cx="3000375" cy="10953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5D97D27-66B7-4307-B0E9-6B2C63D250DE}"/>
              </a:ext>
            </a:extLst>
          </p:cNvPr>
          <p:cNvPicPr>
            <a:picLocks xmlns:a="http://schemas.openxmlformats.org/drawingml/2006/main" noChangeAspect="1"/>
          </p:cNvPicPr>
          <p:nvPr/>
        </p:nvPicPr>
        <p:blipFill>
          <a:blip xmlns:r="http://schemas.openxmlformats.org/officeDocument/2006/relationships" xmlns:a="http://schemas.openxmlformats.org/drawingml/2006/main" r:embed="R7388ba291835474a"/>
          <a:stretch xmlns:a="http://schemas.openxmlformats.org/drawingml/2006/main"/>
        </p:blipFill>
        <p:spPr>
          <a:xfrm xmlns:a="http://schemas.openxmlformats.org/drawingml/2006/main">
            <a:off x="619125" y="432645"/>
            <a:ext cx="2762250" cy="89683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CA9F3E-5B03-4E99-B7E3-85A0CF7BD7DD}"/>
              </a:ext>
            </a:extLst>
          </p:cNvPr>
          <p:cNvSpPr>
            <a:spLocks xmlns:a="http://schemas.openxmlformats.org/drawingml/2006/main" noGrp="1"/>
          </p:cNvSpPr>
          <p:nvPr/>
        </p:nvSpPr>
        <p:spPr>
          <a:xfrm xmlns:a="http://schemas.openxmlformats.org/drawingml/2006/main">
            <a:off x="647700" y="1857375"/>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1">
                <a:solidFill>
                  <a:srgbClr val="63D5D0"/>
                </a:solidFill>
                <a:latin typeface="Arial"/>
                <a:ea typeface="Arial"/>
                <a:cs typeface="Arial"/>
              </a:defRPr>
            </a:defPPr>
            <a:lvl1pPr algn="l">
              <a:defRPr sz="1650" b="1">
                <a:solidFill>
                  <a:srgbClr val="63D5D0"/>
                </a:solidFill>
                <a:latin typeface="Arial"/>
                <a:ea typeface="Arial"/>
                <a:cs typeface="Arial"/>
              </a:defRPr>
            </a:lvl1pPr>
            <a:lvl2pPr algn="l">
              <a:defRPr sz="1650" b="1">
                <a:solidFill>
                  <a:srgbClr val="63D5D0"/>
                </a:solidFill>
                <a:latin typeface="Arial"/>
                <a:ea typeface="Arial"/>
                <a:cs typeface="Arial"/>
              </a:defRPr>
            </a:lvl2pPr>
            <a:lvl3pPr algn="l">
              <a:defRPr sz="1650" b="1">
                <a:solidFill>
                  <a:srgbClr val="63D5D0"/>
                </a:solidFill>
                <a:latin typeface="Arial"/>
                <a:ea typeface="Arial"/>
                <a:cs typeface="Arial"/>
              </a:defRPr>
            </a:lvl3pPr>
            <a:lvl4pPr algn="l">
              <a:defRPr sz="1650" b="1">
                <a:solidFill>
                  <a:srgbClr val="63D5D0"/>
                </a:solidFill>
                <a:latin typeface="Arial"/>
                <a:ea typeface="Arial"/>
                <a:cs typeface="Arial"/>
              </a:defRPr>
            </a:lvl4pPr>
            <a:lvl5pPr algn="l">
              <a:defRPr sz="1650" b="1">
                <a:solidFill>
                  <a:srgbClr val="63D5D0"/>
                </a:solidFill>
                <a:latin typeface="Arial"/>
                <a:ea typeface="Arial"/>
                <a:cs typeface="Arial"/>
              </a:defRPr>
            </a:lvl5pPr>
            <a:lvl6pPr algn="l">
              <a:defRPr sz="1650" b="1">
                <a:solidFill>
                  <a:srgbClr val="63D5D0"/>
                </a:solidFill>
                <a:latin typeface="Arial"/>
                <a:ea typeface="Arial"/>
                <a:cs typeface="Arial"/>
              </a:defRPr>
            </a:lvl6pPr>
            <a:lvl7pPr algn="l">
              <a:defRPr sz="1650" b="1">
                <a:solidFill>
                  <a:srgbClr val="63D5D0"/>
                </a:solidFill>
                <a:latin typeface="Arial"/>
                <a:ea typeface="Arial"/>
                <a:cs typeface="Arial"/>
              </a:defRPr>
            </a:lvl7pPr>
            <a:lvl8pPr algn="l">
              <a:defRPr sz="1650" b="1">
                <a:solidFill>
                  <a:srgbClr val="63D5D0"/>
                </a:solidFill>
                <a:latin typeface="Arial"/>
                <a:ea typeface="Arial"/>
                <a:cs typeface="Arial"/>
              </a:defRPr>
            </a:lvl8pPr>
            <a:lvl9pPr algn="l">
              <a:defRPr sz="1650" b="1">
                <a:solidFill>
                  <a:srgbClr val="63D5D0"/>
                </a:solidFill>
                <a:latin typeface="Arial"/>
                <a:ea typeface="Arial"/>
                <a:cs typeface="Arial"/>
              </a:defRPr>
            </a:lvl9pPr>
          </a:lstStyle>
          <a:p xmlns:a="http://schemas.openxmlformats.org/drawingml/2006/main">
            <a:pPr algn="l">
              <a:defRPr sz="1650" b="1">
                <a:solidFill>
                  <a:srgbClr val="63D5D0"/>
                </a:solidFill>
                <a:latin typeface="Arial"/>
                <a:ea typeface="Arial"/>
                <a:cs typeface="Arial"/>
              </a:defRPr>
            </a:pPr>
            <a:r>
              <a:rPr sz="1650" b="1">
                <a:solidFill>
                  <a:srgbClr val="63D5D0"/>
                </a:solidFill>
                <a:latin typeface="Arial"/>
                <a:ea typeface="Arial"/>
                <a:cs typeface="Arial"/>
              </a:rPr>
              <a:t>CAPSTONE PROJECT PHASE I</a:t>
            </a:r>
          </a:p>
        </p:txBody>
      </p:sp>
      <p:sp>
        <p:nvSpPr>
          <p:cNvPr id="4" name="">
            <a:extLst xmlns:a="http://schemas.openxmlformats.org/drawingml/2006/main">
              <a:ext uri="{FF2B5EF4-FFF2-40B4-BE49-F238E27FC236}">
                <a16:creationId xmlns:a16="http://schemas.microsoft.com/office/drawing/2014/main" id="{E499A176-6921-4298-9E41-D979AA421672}"/>
              </a:ext>
            </a:extLst>
          </p:cNvPr>
          <p:cNvSpPr>
            <a:spLocks xmlns:a="http://schemas.openxmlformats.org/drawingml/2006/main" noGrp="1"/>
          </p:cNvSpPr>
          <p:nvPr/>
        </p:nvSpPr>
        <p:spPr>
          <a:xfrm xmlns:a="http://schemas.openxmlformats.org/drawingml/2006/main">
            <a:off x="609600" y="2524125"/>
            <a:ext cx="1238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250" b="1">
                <a:solidFill>
                  <a:srgbClr val="FFFFFF"/>
                </a:solidFill>
                <a:latin typeface="Georgia"/>
                <a:ea typeface="Georgia"/>
                <a:cs typeface="Georgia"/>
              </a:defRPr>
            </a:defPPr>
            <a:lvl1pPr algn="l">
              <a:defRPr sz="5250" b="1">
                <a:solidFill>
                  <a:srgbClr val="FFFFFF"/>
                </a:solidFill>
                <a:latin typeface="Georgia"/>
                <a:ea typeface="Georgia"/>
                <a:cs typeface="Georgia"/>
              </a:defRPr>
            </a:lvl1pPr>
            <a:lvl2pPr algn="l">
              <a:defRPr sz="5250" b="1">
                <a:solidFill>
                  <a:srgbClr val="FFFFFF"/>
                </a:solidFill>
                <a:latin typeface="Georgia"/>
                <a:ea typeface="Georgia"/>
                <a:cs typeface="Georgia"/>
              </a:defRPr>
            </a:lvl2pPr>
            <a:lvl3pPr algn="l">
              <a:defRPr sz="5250" b="1">
                <a:solidFill>
                  <a:srgbClr val="FFFFFF"/>
                </a:solidFill>
                <a:latin typeface="Georgia"/>
                <a:ea typeface="Georgia"/>
                <a:cs typeface="Georgia"/>
              </a:defRPr>
            </a:lvl3pPr>
            <a:lvl4pPr algn="l">
              <a:defRPr sz="5250" b="1">
                <a:solidFill>
                  <a:srgbClr val="FFFFFF"/>
                </a:solidFill>
                <a:latin typeface="Georgia"/>
                <a:ea typeface="Georgia"/>
                <a:cs typeface="Georgia"/>
              </a:defRPr>
            </a:lvl4pPr>
            <a:lvl5pPr algn="l">
              <a:defRPr sz="5250" b="1">
                <a:solidFill>
                  <a:srgbClr val="FFFFFF"/>
                </a:solidFill>
                <a:latin typeface="Georgia"/>
                <a:ea typeface="Georgia"/>
                <a:cs typeface="Georgia"/>
              </a:defRPr>
            </a:lvl5pPr>
            <a:lvl6pPr algn="l">
              <a:defRPr sz="5250" b="1">
                <a:solidFill>
                  <a:srgbClr val="FFFFFF"/>
                </a:solidFill>
                <a:latin typeface="Georgia"/>
                <a:ea typeface="Georgia"/>
                <a:cs typeface="Georgia"/>
              </a:defRPr>
            </a:lvl6pPr>
            <a:lvl7pPr algn="l">
              <a:defRPr sz="5250" b="1">
                <a:solidFill>
                  <a:srgbClr val="FFFFFF"/>
                </a:solidFill>
                <a:latin typeface="Georgia"/>
                <a:ea typeface="Georgia"/>
                <a:cs typeface="Georgia"/>
              </a:defRPr>
            </a:lvl7pPr>
            <a:lvl8pPr algn="l">
              <a:defRPr sz="5250" b="1">
                <a:solidFill>
                  <a:srgbClr val="FFFFFF"/>
                </a:solidFill>
                <a:latin typeface="Georgia"/>
                <a:ea typeface="Georgia"/>
                <a:cs typeface="Georgia"/>
              </a:defRPr>
            </a:lvl8pPr>
            <a:lvl9pPr algn="l">
              <a:defRPr sz="5250" b="1">
                <a:solidFill>
                  <a:srgbClr val="FFFFFF"/>
                </a:solidFill>
                <a:latin typeface="Georgia"/>
                <a:ea typeface="Georgia"/>
                <a:cs typeface="Georgia"/>
              </a:defRPr>
            </a:lvl9pPr>
          </a:lstStyle>
          <a:p xmlns:a="http://schemas.openxmlformats.org/drawingml/2006/main">
            <a:pPr algn="l">
              <a:defRPr sz="5250" b="1">
                <a:solidFill>
                  <a:srgbClr val="FFFFFF"/>
                </a:solidFill>
                <a:latin typeface="Georgia"/>
                <a:ea typeface="Georgia"/>
                <a:cs typeface="Georgia"/>
              </a:defRPr>
            </a:pPr>
            <a:r>
              <a:rPr sz="5250" b="1">
                <a:solidFill>
                  <a:srgbClr val="FFFFFF"/>
                </a:solidFill>
                <a:latin typeface="Georgia"/>
                <a:ea typeface="Georgia"/>
                <a:cs typeface="Georgia"/>
              </a:rPr>
              <a:t>CodeArchaeologist</a:t>
            </a:r>
          </a:p>
        </p:txBody>
      </p:sp>
      <p:sp>
        <p:nvSpPr>
          <p:cNvPr id="5" name="">
            <a:extLst xmlns:a="http://schemas.openxmlformats.org/drawingml/2006/main">
              <a:ext uri="{FF2B5EF4-FFF2-40B4-BE49-F238E27FC236}">
                <a16:creationId xmlns:a16="http://schemas.microsoft.com/office/drawing/2014/main" id="{92FFBD7F-6E56-4A15-9432-3DEDBB171296}"/>
              </a:ext>
            </a:extLst>
          </p:cNvPr>
          <p:cNvSpPr>
            <a:spLocks xmlns:a="http://schemas.openxmlformats.org/drawingml/2006/main" noGrp="1"/>
          </p:cNvSpPr>
          <p:nvPr/>
        </p:nvSpPr>
        <p:spPr>
          <a:xfrm xmlns:a="http://schemas.openxmlformats.org/drawingml/2006/main">
            <a:off x="647700" y="3524250"/>
            <a:ext cx="11715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E7EEF4"/>
                </a:solidFill>
                <a:latin typeface="Arial"/>
                <a:ea typeface="Arial"/>
                <a:cs typeface="Arial"/>
              </a:defRPr>
            </a:defPPr>
            <a:lvl1pPr algn="l">
              <a:defRPr sz="2325" b="0">
                <a:solidFill>
                  <a:srgbClr val="E7EEF4"/>
                </a:solidFill>
                <a:latin typeface="Arial"/>
                <a:ea typeface="Arial"/>
                <a:cs typeface="Arial"/>
              </a:defRPr>
            </a:lvl1pPr>
            <a:lvl2pPr algn="l">
              <a:defRPr sz="2325" b="0">
                <a:solidFill>
                  <a:srgbClr val="E7EEF4"/>
                </a:solidFill>
                <a:latin typeface="Arial"/>
                <a:ea typeface="Arial"/>
                <a:cs typeface="Arial"/>
              </a:defRPr>
            </a:lvl2pPr>
            <a:lvl3pPr algn="l">
              <a:defRPr sz="2325" b="0">
                <a:solidFill>
                  <a:srgbClr val="E7EEF4"/>
                </a:solidFill>
                <a:latin typeface="Arial"/>
                <a:ea typeface="Arial"/>
                <a:cs typeface="Arial"/>
              </a:defRPr>
            </a:lvl3pPr>
            <a:lvl4pPr algn="l">
              <a:defRPr sz="2325" b="0">
                <a:solidFill>
                  <a:srgbClr val="E7EEF4"/>
                </a:solidFill>
                <a:latin typeface="Arial"/>
                <a:ea typeface="Arial"/>
                <a:cs typeface="Arial"/>
              </a:defRPr>
            </a:lvl4pPr>
            <a:lvl5pPr algn="l">
              <a:defRPr sz="2325" b="0">
                <a:solidFill>
                  <a:srgbClr val="E7EEF4"/>
                </a:solidFill>
                <a:latin typeface="Arial"/>
                <a:ea typeface="Arial"/>
                <a:cs typeface="Arial"/>
              </a:defRPr>
            </a:lvl5pPr>
            <a:lvl6pPr algn="l">
              <a:defRPr sz="2325" b="0">
                <a:solidFill>
                  <a:srgbClr val="E7EEF4"/>
                </a:solidFill>
                <a:latin typeface="Arial"/>
                <a:ea typeface="Arial"/>
                <a:cs typeface="Arial"/>
              </a:defRPr>
            </a:lvl6pPr>
            <a:lvl7pPr algn="l">
              <a:defRPr sz="2325" b="0">
                <a:solidFill>
                  <a:srgbClr val="E7EEF4"/>
                </a:solidFill>
                <a:latin typeface="Arial"/>
                <a:ea typeface="Arial"/>
                <a:cs typeface="Arial"/>
              </a:defRPr>
            </a:lvl7pPr>
            <a:lvl8pPr algn="l">
              <a:defRPr sz="2325" b="0">
                <a:solidFill>
                  <a:srgbClr val="E7EEF4"/>
                </a:solidFill>
                <a:latin typeface="Arial"/>
                <a:ea typeface="Arial"/>
                <a:cs typeface="Arial"/>
              </a:defRPr>
            </a:lvl8pPr>
            <a:lvl9pPr algn="l">
              <a:defRPr sz="2325" b="0">
                <a:solidFill>
                  <a:srgbClr val="E7EEF4"/>
                </a:solidFill>
                <a:latin typeface="Arial"/>
                <a:ea typeface="Arial"/>
                <a:cs typeface="Arial"/>
              </a:defRPr>
            </a:lvl9pPr>
          </a:lstStyle>
          <a:p xmlns:a="http://schemas.openxmlformats.org/drawingml/2006/main">
            <a:pPr algn="l">
              <a:defRPr sz="2325" b="0">
                <a:solidFill>
                  <a:srgbClr val="E7EEF4"/>
                </a:solidFill>
                <a:latin typeface="Arial"/>
                <a:ea typeface="Arial"/>
                <a:cs typeface="Arial"/>
              </a:defRPr>
            </a:pPr>
            <a:r>
              <a:rPr sz="2325" b="0">
                <a:solidFill>
                  <a:srgbClr val="E7EEF4"/>
                </a:solidFill>
                <a:latin typeface="Arial"/>
                <a:ea typeface="Arial"/>
                <a:cs typeface="Arial"/>
              </a:rPr>
              <a:t>An AST-Guided, LLM-Powered System for Legacy Code</a:t>
            </a:r>
          </a:p>
          <a:p xmlns:a="http://schemas.openxmlformats.org/drawingml/2006/main">
            <a:pPr algn="l">
              <a:defRPr sz="2325" b="0">
                <a:solidFill>
                  <a:srgbClr val="E7EEF4"/>
                </a:solidFill>
                <a:latin typeface="Arial"/>
                <a:ea typeface="Arial"/>
                <a:cs typeface="Arial"/>
              </a:defRPr>
            </a:pPr>
            <a:r>
              <a:rPr sz="2325" b="0">
                <a:solidFill>
                  <a:srgbClr val="E7EEF4"/>
                </a:solidFill>
                <a:latin typeface="Arial"/>
                <a:ea typeface="Arial"/>
                <a:cs typeface="Arial"/>
              </a:rPr>
              <a:t>Comprehension and Automated Documentation</a:t>
            </a:r>
          </a:p>
        </p:txBody>
      </p:sp>
      <p:sp>
        <p:nvSpPr>
          <p:cNvPr id="6" name="">
            <a:extLst xmlns:a="http://schemas.openxmlformats.org/drawingml/2006/main">
              <a:ext uri="{FF2B5EF4-FFF2-40B4-BE49-F238E27FC236}">
                <a16:creationId xmlns:a16="http://schemas.microsoft.com/office/drawing/2014/main" id="{39720239-AC80-4B68-BDF7-BC0ED5B84B9E}"/>
              </a:ext>
            </a:extLst>
          </p:cNvPr>
          <p:cNvSpPr>
            <a:spLocks xmlns:a="http://schemas.openxmlformats.org/drawingml/2006/main" noGrp="1"/>
          </p:cNvSpPr>
          <p:nvPr/>
        </p:nvSpPr>
        <p:spPr>
          <a:xfrm xmlns:a="http://schemas.openxmlformats.org/drawingml/2006/main">
            <a:off x="647700" y="5286375"/>
            <a:ext cx="714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Vishal Kumar Jangir  ·  23BBTCS280</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Syed Mudassir  ·  23BBTCS258</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Junaid Pasha  ·  23BBTCS257</a:t>
            </a:r>
          </a:p>
        </p:txBody>
      </p:sp>
      <p:sp>
        <p:nvSpPr>
          <p:cNvPr id="7" name="">
            <a:extLst xmlns:a="http://schemas.openxmlformats.org/drawingml/2006/main">
              <a:ext uri="{FF2B5EF4-FFF2-40B4-BE49-F238E27FC236}">
                <a16:creationId xmlns:a16="http://schemas.microsoft.com/office/drawing/2014/main" id="{113AD1B1-B7AB-4B91-AC0A-C1BF43C29B52}"/>
              </a:ext>
            </a:extLst>
          </p:cNvPr>
          <p:cNvSpPr>
            <a:spLocks xmlns:a="http://schemas.openxmlformats.org/drawingml/2006/main" noGrp="1"/>
          </p:cNvSpPr>
          <p:nvPr/>
        </p:nvSpPr>
        <p:spPr>
          <a:xfrm xmlns:a="http://schemas.openxmlformats.org/drawingml/2006/main">
            <a:off x="8810625" y="5286375"/>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Guide</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Mr. Sheik Jamil Ahmed</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Department of CSE</a:t>
            </a:r>
          </a:p>
        </p:txBody>
      </p:sp>
      <p:sp>
        <p:nvSpPr>
          <p:cNvPr id="8" name="">
            <a:extLst xmlns:a="http://schemas.openxmlformats.org/drawingml/2006/main">
              <a:ext uri="{FF2B5EF4-FFF2-40B4-BE49-F238E27FC236}">
                <a16:creationId xmlns:a16="http://schemas.microsoft.com/office/drawing/2014/main" id="{9CA9FD7E-F175-4657-9C0D-43B9357DFC84}"/>
              </a:ext>
            </a:extLst>
          </p:cNvPr>
          <p:cNvSpPr>
            <a:spLocks xmlns:a="http://schemas.openxmlformats.org/drawingml/2006/main" noGrp="1"/>
          </p:cNvSpPr>
          <p:nvPr/>
        </p:nvSpPr>
        <p:spPr>
          <a:xfrm xmlns:a="http://schemas.openxmlformats.org/drawingml/2006/main">
            <a:off x="647700" y="7096125"/>
            <a:ext cx="1219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B7CBD8"/>
                </a:solidFill>
                <a:latin typeface="Arial"/>
                <a:ea typeface="Arial"/>
                <a:cs typeface="Arial"/>
              </a:defRPr>
            </a:defPPr>
            <a:lvl1pPr algn="l">
              <a:defRPr sz="1500" b="0">
                <a:solidFill>
                  <a:srgbClr val="B7CBD8"/>
                </a:solidFill>
                <a:latin typeface="Arial"/>
                <a:ea typeface="Arial"/>
                <a:cs typeface="Arial"/>
              </a:defRPr>
            </a:lvl1pPr>
            <a:lvl2pPr algn="l">
              <a:defRPr sz="1500" b="0">
                <a:solidFill>
                  <a:srgbClr val="B7CBD8"/>
                </a:solidFill>
                <a:latin typeface="Arial"/>
                <a:ea typeface="Arial"/>
                <a:cs typeface="Arial"/>
              </a:defRPr>
            </a:lvl2pPr>
            <a:lvl3pPr algn="l">
              <a:defRPr sz="1500" b="0">
                <a:solidFill>
                  <a:srgbClr val="B7CBD8"/>
                </a:solidFill>
                <a:latin typeface="Arial"/>
                <a:ea typeface="Arial"/>
                <a:cs typeface="Arial"/>
              </a:defRPr>
            </a:lvl3pPr>
            <a:lvl4pPr algn="l">
              <a:defRPr sz="1500" b="0">
                <a:solidFill>
                  <a:srgbClr val="B7CBD8"/>
                </a:solidFill>
                <a:latin typeface="Arial"/>
                <a:ea typeface="Arial"/>
                <a:cs typeface="Arial"/>
              </a:defRPr>
            </a:lvl4pPr>
            <a:lvl5pPr algn="l">
              <a:defRPr sz="1500" b="0">
                <a:solidFill>
                  <a:srgbClr val="B7CBD8"/>
                </a:solidFill>
                <a:latin typeface="Arial"/>
                <a:ea typeface="Arial"/>
                <a:cs typeface="Arial"/>
              </a:defRPr>
            </a:lvl5pPr>
            <a:lvl6pPr algn="l">
              <a:defRPr sz="1500" b="0">
                <a:solidFill>
                  <a:srgbClr val="B7CBD8"/>
                </a:solidFill>
                <a:latin typeface="Arial"/>
                <a:ea typeface="Arial"/>
                <a:cs typeface="Arial"/>
              </a:defRPr>
            </a:lvl6pPr>
            <a:lvl7pPr algn="l">
              <a:defRPr sz="1500" b="0">
                <a:solidFill>
                  <a:srgbClr val="B7CBD8"/>
                </a:solidFill>
                <a:latin typeface="Arial"/>
                <a:ea typeface="Arial"/>
                <a:cs typeface="Arial"/>
              </a:defRPr>
            </a:lvl7pPr>
            <a:lvl8pPr algn="l">
              <a:defRPr sz="1500" b="0">
                <a:solidFill>
                  <a:srgbClr val="B7CBD8"/>
                </a:solidFill>
                <a:latin typeface="Arial"/>
                <a:ea typeface="Arial"/>
                <a:cs typeface="Arial"/>
              </a:defRPr>
            </a:lvl8pPr>
            <a:lvl9pPr algn="l">
              <a:defRPr sz="1500" b="0">
                <a:solidFill>
                  <a:srgbClr val="B7CBD8"/>
                </a:solidFill>
                <a:latin typeface="Arial"/>
                <a:ea typeface="Arial"/>
                <a:cs typeface="Arial"/>
              </a:defRPr>
            </a:lvl9pPr>
          </a:lstStyle>
          <a:p xmlns:a="http://schemas.openxmlformats.org/drawingml/2006/main">
            <a:pPr algn="l">
              <a:defRPr sz="1500" b="0">
                <a:solidFill>
                  <a:srgbClr val="B7CBD8"/>
                </a:solidFill>
                <a:latin typeface="Arial"/>
                <a:ea typeface="Arial"/>
                <a:cs typeface="Arial"/>
              </a:defRPr>
            </a:pPr>
            <a:r>
              <a:rPr sz="1500" b="0">
                <a:solidFill>
                  <a:srgbClr val="B7CBD8"/>
                </a:solidFill>
                <a:latin typeface="Arial"/>
                <a:ea typeface="Arial"/>
                <a:cs typeface="Arial"/>
              </a:rPr>
              <a:t>School of Engineering and Technology   CMR University   2026–27</a:t>
            </a:r>
          </a:p>
        </p:txBody>
      </p:sp>
    </p:spTree>
    <p:extLst>
      <p:ext uri="{BB962C8B-B14F-4D97-AF65-F5344CB8AC3E}">
        <p14:creationId xmlns:p14="http://schemas.microsoft.com/office/powerpoint/2010/main" val="1799785458"/>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89B60EF-C513-4509-9729-AE4847D32E24}"/>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Presentation outline</a:t>
            </a:r>
          </a:p>
        </p:txBody>
      </p:sp>
      <p:sp>
        <p:nvSpPr>
          <p:cNvPr id="2" name="">
            <a:extLst xmlns:a="http://schemas.openxmlformats.org/drawingml/2006/main">
              <a:ext uri="{FF2B5EF4-FFF2-40B4-BE49-F238E27FC236}">
                <a16:creationId xmlns:a16="http://schemas.microsoft.com/office/drawing/2014/main" id="{EB4C876C-9767-4C8F-A0BB-570CEB5D596E}"/>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157E9D12-CE67-445B-A5A6-A8969A083958}"/>
              </a:ext>
            </a:extLst>
          </p:cNvPr>
          <p:cNvPicPr>
            <a:picLocks xmlns:a="http://schemas.openxmlformats.org/drawingml/2006/main" noChangeAspect="1"/>
          </p:cNvPicPr>
          <p:nvPr/>
        </p:nvPicPr>
        <p:blipFill>
          <a:blip xmlns:r="http://schemas.openxmlformats.org/officeDocument/2006/relationships" xmlns:a="http://schemas.openxmlformats.org/drawingml/2006/main" r:embed="Rea76be91680b4acb"/>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78A4F2-8B71-46E5-8F57-4E16D1AAABAE}"/>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3A7285C3-BD8F-4FC9-B3CF-3404D3AE2F9A}"/>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5F765E3-5BE0-40EC-9368-11C2BAC15E85}"/>
              </a:ext>
            </a:extLst>
          </p:cNvPr>
          <p:cNvSpPr>
            <a:spLocks xmlns:a="http://schemas.openxmlformats.org/drawingml/2006/main" noGrp="1"/>
          </p:cNvSpPr>
          <p:nvPr/>
        </p:nvSpPr>
        <p:spPr>
          <a:xfrm xmlns:a="http://schemas.openxmlformats.org/drawingml/2006/main">
            <a:off x="723900" y="15716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009C9E"/>
                </a:solidFill>
                <a:latin typeface="Arial"/>
                <a:ea typeface="Arial"/>
                <a:cs typeface="Arial"/>
              </a:defRPr>
            </a:defPPr>
            <a:lvl1pPr algn="l">
              <a:defRPr sz="2250" b="1">
                <a:solidFill>
                  <a:srgbClr val="009C9E"/>
                </a:solidFill>
                <a:latin typeface="Arial"/>
                <a:ea typeface="Arial"/>
                <a:cs typeface="Arial"/>
              </a:defRPr>
            </a:lvl1pPr>
            <a:lvl2pPr algn="l">
              <a:defRPr sz="2250" b="1">
                <a:solidFill>
                  <a:srgbClr val="009C9E"/>
                </a:solidFill>
                <a:latin typeface="Arial"/>
                <a:ea typeface="Arial"/>
                <a:cs typeface="Arial"/>
              </a:defRPr>
            </a:lvl2pPr>
            <a:lvl3pPr algn="l">
              <a:defRPr sz="2250" b="1">
                <a:solidFill>
                  <a:srgbClr val="009C9E"/>
                </a:solidFill>
                <a:latin typeface="Arial"/>
                <a:ea typeface="Arial"/>
                <a:cs typeface="Arial"/>
              </a:defRPr>
            </a:lvl3pPr>
            <a:lvl4pPr algn="l">
              <a:defRPr sz="2250" b="1">
                <a:solidFill>
                  <a:srgbClr val="009C9E"/>
                </a:solidFill>
                <a:latin typeface="Arial"/>
                <a:ea typeface="Arial"/>
                <a:cs typeface="Arial"/>
              </a:defRPr>
            </a:lvl4pPr>
            <a:lvl5pPr algn="l">
              <a:defRPr sz="2250" b="1">
                <a:solidFill>
                  <a:srgbClr val="009C9E"/>
                </a:solidFill>
                <a:latin typeface="Arial"/>
                <a:ea typeface="Arial"/>
                <a:cs typeface="Arial"/>
              </a:defRPr>
            </a:lvl5pPr>
            <a:lvl6pPr algn="l">
              <a:defRPr sz="2250" b="1">
                <a:solidFill>
                  <a:srgbClr val="009C9E"/>
                </a:solidFill>
                <a:latin typeface="Arial"/>
                <a:ea typeface="Arial"/>
                <a:cs typeface="Arial"/>
              </a:defRPr>
            </a:lvl6pPr>
            <a:lvl7pPr algn="l">
              <a:defRPr sz="2250" b="1">
                <a:solidFill>
                  <a:srgbClr val="009C9E"/>
                </a:solidFill>
                <a:latin typeface="Arial"/>
                <a:ea typeface="Arial"/>
                <a:cs typeface="Arial"/>
              </a:defRPr>
            </a:lvl7pPr>
            <a:lvl8pPr algn="l">
              <a:defRPr sz="2250" b="1">
                <a:solidFill>
                  <a:srgbClr val="009C9E"/>
                </a:solidFill>
                <a:latin typeface="Arial"/>
                <a:ea typeface="Arial"/>
                <a:cs typeface="Arial"/>
              </a:defRPr>
            </a:lvl8pPr>
            <a:lvl9pPr algn="l">
              <a:defRPr sz="2250" b="1">
                <a:solidFill>
                  <a:srgbClr val="009C9E"/>
                </a:solidFill>
                <a:latin typeface="Arial"/>
                <a:ea typeface="Arial"/>
                <a:cs typeface="Arial"/>
              </a:defRPr>
            </a:lvl9pPr>
          </a:lstStyle>
          <a:p xmlns:a="http://schemas.openxmlformats.org/drawingml/2006/main">
            <a:pPr algn="l">
              <a:defRPr sz="2250" b="1">
                <a:solidFill>
                  <a:srgbClr val="009C9E"/>
                </a:solidFill>
                <a:latin typeface="Arial"/>
                <a:ea typeface="Arial"/>
                <a:cs typeface="Arial"/>
              </a:defRPr>
            </a:pPr>
            <a:r>
              <a:rPr sz="2250" b="1">
                <a:solidFill>
                  <a:srgbClr val="009C9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6235A36-05B9-4174-BFA8-427F89A20764}"/>
              </a:ext>
            </a:extLst>
          </p:cNvPr>
          <p:cNvSpPr>
            <a:spLocks xmlns:a="http://schemas.openxmlformats.org/drawingml/2006/main" noGrp="1"/>
          </p:cNvSpPr>
          <p:nvPr/>
        </p:nvSpPr>
        <p:spPr>
          <a:xfrm xmlns:a="http://schemas.openxmlformats.org/drawingml/2006/main">
            <a:off x="1628775" y="1571625"/>
            <a:ext cx="11220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0">
                <a:solidFill>
                  <a:srgbClr val="1C2D44"/>
                </a:solidFill>
                <a:latin typeface="Arial"/>
                <a:ea typeface="Arial"/>
                <a:cs typeface="Arial"/>
              </a:defRPr>
            </a:defPPr>
            <a:lvl1pPr algn="l">
              <a:defRPr sz="2250" b="0">
                <a:solidFill>
                  <a:srgbClr val="1C2D44"/>
                </a:solidFill>
                <a:latin typeface="Arial"/>
                <a:ea typeface="Arial"/>
                <a:cs typeface="Arial"/>
              </a:defRPr>
            </a:lvl1pPr>
            <a:lvl2pPr algn="l">
              <a:defRPr sz="2250" b="0">
                <a:solidFill>
                  <a:srgbClr val="1C2D44"/>
                </a:solidFill>
                <a:latin typeface="Arial"/>
                <a:ea typeface="Arial"/>
                <a:cs typeface="Arial"/>
              </a:defRPr>
            </a:lvl2pPr>
            <a:lvl3pPr algn="l">
              <a:defRPr sz="2250" b="0">
                <a:solidFill>
                  <a:srgbClr val="1C2D44"/>
                </a:solidFill>
                <a:latin typeface="Arial"/>
                <a:ea typeface="Arial"/>
                <a:cs typeface="Arial"/>
              </a:defRPr>
            </a:lvl3pPr>
            <a:lvl4pPr algn="l">
              <a:defRPr sz="2250" b="0">
                <a:solidFill>
                  <a:srgbClr val="1C2D44"/>
                </a:solidFill>
                <a:latin typeface="Arial"/>
                <a:ea typeface="Arial"/>
                <a:cs typeface="Arial"/>
              </a:defRPr>
            </a:lvl4pPr>
            <a:lvl5pPr algn="l">
              <a:defRPr sz="2250" b="0">
                <a:solidFill>
                  <a:srgbClr val="1C2D44"/>
                </a:solidFill>
                <a:latin typeface="Arial"/>
                <a:ea typeface="Arial"/>
                <a:cs typeface="Arial"/>
              </a:defRPr>
            </a:lvl5pPr>
            <a:lvl6pPr algn="l">
              <a:defRPr sz="2250" b="0">
                <a:solidFill>
                  <a:srgbClr val="1C2D44"/>
                </a:solidFill>
                <a:latin typeface="Arial"/>
                <a:ea typeface="Arial"/>
                <a:cs typeface="Arial"/>
              </a:defRPr>
            </a:lvl6pPr>
            <a:lvl7pPr algn="l">
              <a:defRPr sz="2250" b="0">
                <a:solidFill>
                  <a:srgbClr val="1C2D44"/>
                </a:solidFill>
                <a:latin typeface="Arial"/>
                <a:ea typeface="Arial"/>
                <a:cs typeface="Arial"/>
              </a:defRPr>
            </a:lvl7pPr>
            <a:lvl8pPr algn="l">
              <a:defRPr sz="2250" b="0">
                <a:solidFill>
                  <a:srgbClr val="1C2D44"/>
                </a:solidFill>
                <a:latin typeface="Arial"/>
                <a:ea typeface="Arial"/>
                <a:cs typeface="Arial"/>
              </a:defRPr>
            </a:lvl8pPr>
            <a:lvl9pPr algn="l">
              <a:defRPr sz="2250" b="0">
                <a:solidFill>
                  <a:srgbClr val="1C2D44"/>
                </a:solidFill>
                <a:latin typeface="Arial"/>
                <a:ea typeface="Arial"/>
                <a:cs typeface="Arial"/>
              </a:defRPr>
            </a:lvl9pPr>
          </a:lstStyle>
          <a:p xmlns:a="http://schemas.openxmlformats.org/drawingml/2006/main">
            <a:pPr algn="l">
              <a:defRPr sz="2250" b="0">
                <a:solidFill>
                  <a:srgbClr val="1C2D44"/>
                </a:solidFill>
                <a:latin typeface="Arial"/>
                <a:ea typeface="Arial"/>
                <a:cs typeface="Arial"/>
              </a:defRPr>
            </a:pPr>
            <a:r>
              <a:rPr sz="2250" b="0">
                <a:solidFill>
                  <a:srgbClr val="1C2D44"/>
                </a:solidFill>
                <a:latin typeface="Arial"/>
                <a:ea typeface="Arial"/>
                <a:cs typeface="Arial"/>
              </a:rPr>
              <a:t>Problem statement and final objectives</a:t>
            </a:r>
          </a:p>
        </p:txBody>
      </p:sp>
      <p:sp>
        <p:nvSpPr>
          <p:cNvPr id="8" name="">
            <a:extLst xmlns:a="http://schemas.openxmlformats.org/drawingml/2006/main">
              <a:ext uri="{FF2B5EF4-FFF2-40B4-BE49-F238E27FC236}">
                <a16:creationId xmlns:a16="http://schemas.microsoft.com/office/drawing/2014/main" id="{08D65C4F-5FA5-4F97-95F3-812DF8039CBD}"/>
              </a:ext>
            </a:extLst>
          </p:cNvPr>
          <p:cNvSpPr>
            <a:spLocks xmlns:a="http://schemas.openxmlformats.org/drawingml/2006/main" noGrp="1"/>
          </p:cNvSpPr>
          <p:nvPr/>
        </p:nvSpPr>
        <p:spPr>
          <a:xfrm xmlns:a="http://schemas.openxmlformats.org/drawingml/2006/main">
            <a:off x="723900" y="25717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009C9E"/>
                </a:solidFill>
                <a:latin typeface="Arial"/>
                <a:ea typeface="Arial"/>
                <a:cs typeface="Arial"/>
              </a:defRPr>
            </a:defPPr>
            <a:lvl1pPr algn="l">
              <a:defRPr sz="2250" b="1">
                <a:solidFill>
                  <a:srgbClr val="009C9E"/>
                </a:solidFill>
                <a:latin typeface="Arial"/>
                <a:ea typeface="Arial"/>
                <a:cs typeface="Arial"/>
              </a:defRPr>
            </a:lvl1pPr>
            <a:lvl2pPr algn="l">
              <a:defRPr sz="2250" b="1">
                <a:solidFill>
                  <a:srgbClr val="009C9E"/>
                </a:solidFill>
                <a:latin typeface="Arial"/>
                <a:ea typeface="Arial"/>
                <a:cs typeface="Arial"/>
              </a:defRPr>
            </a:lvl2pPr>
            <a:lvl3pPr algn="l">
              <a:defRPr sz="2250" b="1">
                <a:solidFill>
                  <a:srgbClr val="009C9E"/>
                </a:solidFill>
                <a:latin typeface="Arial"/>
                <a:ea typeface="Arial"/>
                <a:cs typeface="Arial"/>
              </a:defRPr>
            </a:lvl3pPr>
            <a:lvl4pPr algn="l">
              <a:defRPr sz="2250" b="1">
                <a:solidFill>
                  <a:srgbClr val="009C9E"/>
                </a:solidFill>
                <a:latin typeface="Arial"/>
                <a:ea typeface="Arial"/>
                <a:cs typeface="Arial"/>
              </a:defRPr>
            </a:lvl4pPr>
            <a:lvl5pPr algn="l">
              <a:defRPr sz="2250" b="1">
                <a:solidFill>
                  <a:srgbClr val="009C9E"/>
                </a:solidFill>
                <a:latin typeface="Arial"/>
                <a:ea typeface="Arial"/>
                <a:cs typeface="Arial"/>
              </a:defRPr>
            </a:lvl5pPr>
            <a:lvl6pPr algn="l">
              <a:defRPr sz="2250" b="1">
                <a:solidFill>
                  <a:srgbClr val="009C9E"/>
                </a:solidFill>
                <a:latin typeface="Arial"/>
                <a:ea typeface="Arial"/>
                <a:cs typeface="Arial"/>
              </a:defRPr>
            </a:lvl6pPr>
            <a:lvl7pPr algn="l">
              <a:defRPr sz="2250" b="1">
                <a:solidFill>
                  <a:srgbClr val="009C9E"/>
                </a:solidFill>
                <a:latin typeface="Arial"/>
                <a:ea typeface="Arial"/>
                <a:cs typeface="Arial"/>
              </a:defRPr>
            </a:lvl7pPr>
            <a:lvl8pPr algn="l">
              <a:defRPr sz="2250" b="1">
                <a:solidFill>
                  <a:srgbClr val="009C9E"/>
                </a:solidFill>
                <a:latin typeface="Arial"/>
                <a:ea typeface="Arial"/>
                <a:cs typeface="Arial"/>
              </a:defRPr>
            </a:lvl8pPr>
            <a:lvl9pPr algn="l">
              <a:defRPr sz="2250" b="1">
                <a:solidFill>
                  <a:srgbClr val="009C9E"/>
                </a:solidFill>
                <a:latin typeface="Arial"/>
                <a:ea typeface="Arial"/>
                <a:cs typeface="Arial"/>
              </a:defRPr>
            </a:lvl9pPr>
          </a:lstStyle>
          <a:p xmlns:a="http://schemas.openxmlformats.org/drawingml/2006/main">
            <a:pPr algn="l">
              <a:defRPr sz="2250" b="1">
                <a:solidFill>
                  <a:srgbClr val="009C9E"/>
                </a:solidFill>
                <a:latin typeface="Arial"/>
                <a:ea typeface="Arial"/>
                <a:cs typeface="Arial"/>
              </a:defRPr>
            </a:pPr>
            <a:r>
              <a:rPr sz="2250" b="1">
                <a:solidFill>
                  <a:srgbClr val="009C9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3B8722F-8689-4675-B28A-919895F6035C}"/>
              </a:ext>
            </a:extLst>
          </p:cNvPr>
          <p:cNvSpPr>
            <a:spLocks xmlns:a="http://schemas.openxmlformats.org/drawingml/2006/main" noGrp="1"/>
          </p:cNvSpPr>
          <p:nvPr/>
        </p:nvSpPr>
        <p:spPr>
          <a:xfrm xmlns:a="http://schemas.openxmlformats.org/drawingml/2006/main">
            <a:off x="1628775" y="2571750"/>
            <a:ext cx="11220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0">
                <a:solidFill>
                  <a:srgbClr val="1C2D44"/>
                </a:solidFill>
                <a:latin typeface="Arial"/>
                <a:ea typeface="Arial"/>
                <a:cs typeface="Arial"/>
              </a:defRPr>
            </a:defPPr>
            <a:lvl1pPr algn="l">
              <a:defRPr sz="2250" b="0">
                <a:solidFill>
                  <a:srgbClr val="1C2D44"/>
                </a:solidFill>
                <a:latin typeface="Arial"/>
                <a:ea typeface="Arial"/>
                <a:cs typeface="Arial"/>
              </a:defRPr>
            </a:lvl1pPr>
            <a:lvl2pPr algn="l">
              <a:defRPr sz="2250" b="0">
                <a:solidFill>
                  <a:srgbClr val="1C2D44"/>
                </a:solidFill>
                <a:latin typeface="Arial"/>
                <a:ea typeface="Arial"/>
                <a:cs typeface="Arial"/>
              </a:defRPr>
            </a:lvl2pPr>
            <a:lvl3pPr algn="l">
              <a:defRPr sz="2250" b="0">
                <a:solidFill>
                  <a:srgbClr val="1C2D44"/>
                </a:solidFill>
                <a:latin typeface="Arial"/>
                <a:ea typeface="Arial"/>
                <a:cs typeface="Arial"/>
              </a:defRPr>
            </a:lvl3pPr>
            <a:lvl4pPr algn="l">
              <a:defRPr sz="2250" b="0">
                <a:solidFill>
                  <a:srgbClr val="1C2D44"/>
                </a:solidFill>
                <a:latin typeface="Arial"/>
                <a:ea typeface="Arial"/>
                <a:cs typeface="Arial"/>
              </a:defRPr>
            </a:lvl4pPr>
            <a:lvl5pPr algn="l">
              <a:defRPr sz="2250" b="0">
                <a:solidFill>
                  <a:srgbClr val="1C2D44"/>
                </a:solidFill>
                <a:latin typeface="Arial"/>
                <a:ea typeface="Arial"/>
                <a:cs typeface="Arial"/>
              </a:defRPr>
            </a:lvl5pPr>
            <a:lvl6pPr algn="l">
              <a:defRPr sz="2250" b="0">
                <a:solidFill>
                  <a:srgbClr val="1C2D44"/>
                </a:solidFill>
                <a:latin typeface="Arial"/>
                <a:ea typeface="Arial"/>
                <a:cs typeface="Arial"/>
              </a:defRPr>
            </a:lvl6pPr>
            <a:lvl7pPr algn="l">
              <a:defRPr sz="2250" b="0">
                <a:solidFill>
                  <a:srgbClr val="1C2D44"/>
                </a:solidFill>
                <a:latin typeface="Arial"/>
                <a:ea typeface="Arial"/>
                <a:cs typeface="Arial"/>
              </a:defRPr>
            </a:lvl7pPr>
            <a:lvl8pPr algn="l">
              <a:defRPr sz="2250" b="0">
                <a:solidFill>
                  <a:srgbClr val="1C2D44"/>
                </a:solidFill>
                <a:latin typeface="Arial"/>
                <a:ea typeface="Arial"/>
                <a:cs typeface="Arial"/>
              </a:defRPr>
            </a:lvl8pPr>
            <a:lvl9pPr algn="l">
              <a:defRPr sz="2250" b="0">
                <a:solidFill>
                  <a:srgbClr val="1C2D44"/>
                </a:solidFill>
                <a:latin typeface="Arial"/>
                <a:ea typeface="Arial"/>
                <a:cs typeface="Arial"/>
              </a:defRPr>
            </a:lvl9pPr>
          </a:lstStyle>
          <a:p xmlns:a="http://schemas.openxmlformats.org/drawingml/2006/main">
            <a:pPr algn="l">
              <a:defRPr sz="2250" b="0">
                <a:solidFill>
                  <a:srgbClr val="1C2D44"/>
                </a:solidFill>
                <a:latin typeface="Arial"/>
                <a:ea typeface="Arial"/>
                <a:cs typeface="Arial"/>
              </a:defRPr>
            </a:pPr>
            <a:r>
              <a:rPr sz="2250" b="0">
                <a:solidFill>
                  <a:srgbClr val="1C2D44"/>
                </a:solidFill>
                <a:latin typeface="Arial"/>
                <a:ea typeface="Arial"/>
                <a:cs typeface="Arial"/>
              </a:rPr>
              <a:t>Literature survey and identified gaps</a:t>
            </a:r>
          </a:p>
        </p:txBody>
      </p:sp>
      <p:sp>
        <p:nvSpPr>
          <p:cNvPr id="10" name="">
            <a:extLst xmlns:a="http://schemas.openxmlformats.org/drawingml/2006/main">
              <a:ext uri="{FF2B5EF4-FFF2-40B4-BE49-F238E27FC236}">
                <a16:creationId xmlns:a16="http://schemas.microsoft.com/office/drawing/2014/main" id="{4EC7967A-0443-4C19-BA8C-38DE1449EC49}"/>
              </a:ext>
            </a:extLst>
          </p:cNvPr>
          <p:cNvSpPr>
            <a:spLocks xmlns:a="http://schemas.openxmlformats.org/drawingml/2006/main" noGrp="1"/>
          </p:cNvSpPr>
          <p:nvPr/>
        </p:nvSpPr>
        <p:spPr>
          <a:xfrm xmlns:a="http://schemas.openxmlformats.org/drawingml/2006/main">
            <a:off x="723900" y="3571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009C9E"/>
                </a:solidFill>
                <a:latin typeface="Arial"/>
                <a:ea typeface="Arial"/>
                <a:cs typeface="Arial"/>
              </a:defRPr>
            </a:defPPr>
            <a:lvl1pPr algn="l">
              <a:defRPr sz="2250" b="1">
                <a:solidFill>
                  <a:srgbClr val="009C9E"/>
                </a:solidFill>
                <a:latin typeface="Arial"/>
                <a:ea typeface="Arial"/>
                <a:cs typeface="Arial"/>
              </a:defRPr>
            </a:lvl1pPr>
            <a:lvl2pPr algn="l">
              <a:defRPr sz="2250" b="1">
                <a:solidFill>
                  <a:srgbClr val="009C9E"/>
                </a:solidFill>
                <a:latin typeface="Arial"/>
                <a:ea typeface="Arial"/>
                <a:cs typeface="Arial"/>
              </a:defRPr>
            </a:lvl2pPr>
            <a:lvl3pPr algn="l">
              <a:defRPr sz="2250" b="1">
                <a:solidFill>
                  <a:srgbClr val="009C9E"/>
                </a:solidFill>
                <a:latin typeface="Arial"/>
                <a:ea typeface="Arial"/>
                <a:cs typeface="Arial"/>
              </a:defRPr>
            </a:lvl3pPr>
            <a:lvl4pPr algn="l">
              <a:defRPr sz="2250" b="1">
                <a:solidFill>
                  <a:srgbClr val="009C9E"/>
                </a:solidFill>
                <a:latin typeface="Arial"/>
                <a:ea typeface="Arial"/>
                <a:cs typeface="Arial"/>
              </a:defRPr>
            </a:lvl4pPr>
            <a:lvl5pPr algn="l">
              <a:defRPr sz="2250" b="1">
                <a:solidFill>
                  <a:srgbClr val="009C9E"/>
                </a:solidFill>
                <a:latin typeface="Arial"/>
                <a:ea typeface="Arial"/>
                <a:cs typeface="Arial"/>
              </a:defRPr>
            </a:lvl5pPr>
            <a:lvl6pPr algn="l">
              <a:defRPr sz="2250" b="1">
                <a:solidFill>
                  <a:srgbClr val="009C9E"/>
                </a:solidFill>
                <a:latin typeface="Arial"/>
                <a:ea typeface="Arial"/>
                <a:cs typeface="Arial"/>
              </a:defRPr>
            </a:lvl6pPr>
            <a:lvl7pPr algn="l">
              <a:defRPr sz="2250" b="1">
                <a:solidFill>
                  <a:srgbClr val="009C9E"/>
                </a:solidFill>
                <a:latin typeface="Arial"/>
                <a:ea typeface="Arial"/>
                <a:cs typeface="Arial"/>
              </a:defRPr>
            </a:lvl7pPr>
            <a:lvl8pPr algn="l">
              <a:defRPr sz="2250" b="1">
                <a:solidFill>
                  <a:srgbClr val="009C9E"/>
                </a:solidFill>
                <a:latin typeface="Arial"/>
                <a:ea typeface="Arial"/>
                <a:cs typeface="Arial"/>
              </a:defRPr>
            </a:lvl8pPr>
            <a:lvl9pPr algn="l">
              <a:defRPr sz="2250" b="1">
                <a:solidFill>
                  <a:srgbClr val="009C9E"/>
                </a:solidFill>
                <a:latin typeface="Arial"/>
                <a:ea typeface="Arial"/>
                <a:cs typeface="Arial"/>
              </a:defRPr>
            </a:lvl9pPr>
          </a:lstStyle>
          <a:p xmlns:a="http://schemas.openxmlformats.org/drawingml/2006/main">
            <a:pPr algn="l">
              <a:defRPr sz="2250" b="1">
                <a:solidFill>
                  <a:srgbClr val="009C9E"/>
                </a:solidFill>
                <a:latin typeface="Arial"/>
                <a:ea typeface="Arial"/>
                <a:cs typeface="Arial"/>
              </a:defRPr>
            </a:pPr>
            <a:r>
              <a:rPr sz="2250" b="1">
                <a:solidFill>
                  <a:srgbClr val="009C9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7E5E6EA-E33D-42BF-99D6-4DF1CBDD312E}"/>
              </a:ext>
            </a:extLst>
          </p:cNvPr>
          <p:cNvSpPr>
            <a:spLocks xmlns:a="http://schemas.openxmlformats.org/drawingml/2006/main" noGrp="1"/>
          </p:cNvSpPr>
          <p:nvPr/>
        </p:nvSpPr>
        <p:spPr>
          <a:xfrm xmlns:a="http://schemas.openxmlformats.org/drawingml/2006/main">
            <a:off x="1628775" y="3571875"/>
            <a:ext cx="11220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0">
                <a:solidFill>
                  <a:srgbClr val="1C2D44"/>
                </a:solidFill>
                <a:latin typeface="Arial"/>
                <a:ea typeface="Arial"/>
                <a:cs typeface="Arial"/>
              </a:defRPr>
            </a:defPPr>
            <a:lvl1pPr algn="l">
              <a:defRPr sz="2250" b="0">
                <a:solidFill>
                  <a:srgbClr val="1C2D44"/>
                </a:solidFill>
                <a:latin typeface="Arial"/>
                <a:ea typeface="Arial"/>
                <a:cs typeface="Arial"/>
              </a:defRPr>
            </a:lvl1pPr>
            <a:lvl2pPr algn="l">
              <a:defRPr sz="2250" b="0">
                <a:solidFill>
                  <a:srgbClr val="1C2D44"/>
                </a:solidFill>
                <a:latin typeface="Arial"/>
                <a:ea typeface="Arial"/>
                <a:cs typeface="Arial"/>
              </a:defRPr>
            </a:lvl2pPr>
            <a:lvl3pPr algn="l">
              <a:defRPr sz="2250" b="0">
                <a:solidFill>
                  <a:srgbClr val="1C2D44"/>
                </a:solidFill>
                <a:latin typeface="Arial"/>
                <a:ea typeface="Arial"/>
                <a:cs typeface="Arial"/>
              </a:defRPr>
            </a:lvl3pPr>
            <a:lvl4pPr algn="l">
              <a:defRPr sz="2250" b="0">
                <a:solidFill>
                  <a:srgbClr val="1C2D44"/>
                </a:solidFill>
                <a:latin typeface="Arial"/>
                <a:ea typeface="Arial"/>
                <a:cs typeface="Arial"/>
              </a:defRPr>
            </a:lvl4pPr>
            <a:lvl5pPr algn="l">
              <a:defRPr sz="2250" b="0">
                <a:solidFill>
                  <a:srgbClr val="1C2D44"/>
                </a:solidFill>
                <a:latin typeface="Arial"/>
                <a:ea typeface="Arial"/>
                <a:cs typeface="Arial"/>
              </a:defRPr>
            </a:lvl5pPr>
            <a:lvl6pPr algn="l">
              <a:defRPr sz="2250" b="0">
                <a:solidFill>
                  <a:srgbClr val="1C2D44"/>
                </a:solidFill>
                <a:latin typeface="Arial"/>
                <a:ea typeface="Arial"/>
                <a:cs typeface="Arial"/>
              </a:defRPr>
            </a:lvl6pPr>
            <a:lvl7pPr algn="l">
              <a:defRPr sz="2250" b="0">
                <a:solidFill>
                  <a:srgbClr val="1C2D44"/>
                </a:solidFill>
                <a:latin typeface="Arial"/>
                <a:ea typeface="Arial"/>
                <a:cs typeface="Arial"/>
              </a:defRPr>
            </a:lvl7pPr>
            <a:lvl8pPr algn="l">
              <a:defRPr sz="2250" b="0">
                <a:solidFill>
                  <a:srgbClr val="1C2D44"/>
                </a:solidFill>
                <a:latin typeface="Arial"/>
                <a:ea typeface="Arial"/>
                <a:cs typeface="Arial"/>
              </a:defRPr>
            </a:lvl8pPr>
            <a:lvl9pPr algn="l">
              <a:defRPr sz="2250" b="0">
                <a:solidFill>
                  <a:srgbClr val="1C2D44"/>
                </a:solidFill>
                <a:latin typeface="Arial"/>
                <a:ea typeface="Arial"/>
                <a:cs typeface="Arial"/>
              </a:defRPr>
            </a:lvl9pPr>
          </a:lstStyle>
          <a:p xmlns:a="http://schemas.openxmlformats.org/drawingml/2006/main">
            <a:pPr algn="l">
              <a:defRPr sz="2250" b="0">
                <a:solidFill>
                  <a:srgbClr val="1C2D44"/>
                </a:solidFill>
                <a:latin typeface="Arial"/>
                <a:ea typeface="Arial"/>
                <a:cs typeface="Arial"/>
              </a:defRPr>
            </a:pPr>
            <a:r>
              <a:rPr sz="2250" b="0">
                <a:solidFill>
                  <a:srgbClr val="1C2D44"/>
                </a:solidFill>
                <a:latin typeface="Arial"/>
                <a:ea typeface="Arial"/>
                <a:cs typeface="Arial"/>
              </a:rPr>
              <a:t>System architecture and detailed design</a:t>
            </a:r>
          </a:p>
        </p:txBody>
      </p:sp>
      <p:sp>
        <p:nvSpPr>
          <p:cNvPr id="12" name="">
            <a:extLst xmlns:a="http://schemas.openxmlformats.org/drawingml/2006/main">
              <a:ext uri="{FF2B5EF4-FFF2-40B4-BE49-F238E27FC236}">
                <a16:creationId xmlns:a16="http://schemas.microsoft.com/office/drawing/2014/main" id="{503288AF-43F4-4685-A829-9B97146DD94E}"/>
              </a:ext>
            </a:extLst>
          </p:cNvPr>
          <p:cNvSpPr>
            <a:spLocks xmlns:a="http://schemas.openxmlformats.org/drawingml/2006/main" noGrp="1"/>
          </p:cNvSpPr>
          <p:nvPr/>
        </p:nvSpPr>
        <p:spPr>
          <a:xfrm xmlns:a="http://schemas.openxmlformats.org/drawingml/2006/main">
            <a:off x="723900" y="45720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009C9E"/>
                </a:solidFill>
                <a:latin typeface="Arial"/>
                <a:ea typeface="Arial"/>
                <a:cs typeface="Arial"/>
              </a:defRPr>
            </a:defPPr>
            <a:lvl1pPr algn="l">
              <a:defRPr sz="2250" b="1">
                <a:solidFill>
                  <a:srgbClr val="009C9E"/>
                </a:solidFill>
                <a:latin typeface="Arial"/>
                <a:ea typeface="Arial"/>
                <a:cs typeface="Arial"/>
              </a:defRPr>
            </a:lvl1pPr>
            <a:lvl2pPr algn="l">
              <a:defRPr sz="2250" b="1">
                <a:solidFill>
                  <a:srgbClr val="009C9E"/>
                </a:solidFill>
                <a:latin typeface="Arial"/>
                <a:ea typeface="Arial"/>
                <a:cs typeface="Arial"/>
              </a:defRPr>
            </a:lvl2pPr>
            <a:lvl3pPr algn="l">
              <a:defRPr sz="2250" b="1">
                <a:solidFill>
                  <a:srgbClr val="009C9E"/>
                </a:solidFill>
                <a:latin typeface="Arial"/>
                <a:ea typeface="Arial"/>
                <a:cs typeface="Arial"/>
              </a:defRPr>
            </a:lvl3pPr>
            <a:lvl4pPr algn="l">
              <a:defRPr sz="2250" b="1">
                <a:solidFill>
                  <a:srgbClr val="009C9E"/>
                </a:solidFill>
                <a:latin typeface="Arial"/>
                <a:ea typeface="Arial"/>
                <a:cs typeface="Arial"/>
              </a:defRPr>
            </a:lvl4pPr>
            <a:lvl5pPr algn="l">
              <a:defRPr sz="2250" b="1">
                <a:solidFill>
                  <a:srgbClr val="009C9E"/>
                </a:solidFill>
                <a:latin typeface="Arial"/>
                <a:ea typeface="Arial"/>
                <a:cs typeface="Arial"/>
              </a:defRPr>
            </a:lvl5pPr>
            <a:lvl6pPr algn="l">
              <a:defRPr sz="2250" b="1">
                <a:solidFill>
                  <a:srgbClr val="009C9E"/>
                </a:solidFill>
                <a:latin typeface="Arial"/>
                <a:ea typeface="Arial"/>
                <a:cs typeface="Arial"/>
              </a:defRPr>
            </a:lvl6pPr>
            <a:lvl7pPr algn="l">
              <a:defRPr sz="2250" b="1">
                <a:solidFill>
                  <a:srgbClr val="009C9E"/>
                </a:solidFill>
                <a:latin typeface="Arial"/>
                <a:ea typeface="Arial"/>
                <a:cs typeface="Arial"/>
              </a:defRPr>
            </a:lvl7pPr>
            <a:lvl8pPr algn="l">
              <a:defRPr sz="2250" b="1">
                <a:solidFill>
                  <a:srgbClr val="009C9E"/>
                </a:solidFill>
                <a:latin typeface="Arial"/>
                <a:ea typeface="Arial"/>
                <a:cs typeface="Arial"/>
              </a:defRPr>
            </a:lvl8pPr>
            <a:lvl9pPr algn="l">
              <a:defRPr sz="2250" b="1">
                <a:solidFill>
                  <a:srgbClr val="009C9E"/>
                </a:solidFill>
                <a:latin typeface="Arial"/>
                <a:ea typeface="Arial"/>
                <a:cs typeface="Arial"/>
              </a:defRPr>
            </a:lvl9pPr>
          </a:lstStyle>
          <a:p xmlns:a="http://schemas.openxmlformats.org/drawingml/2006/main">
            <a:pPr algn="l">
              <a:defRPr sz="2250" b="1">
                <a:solidFill>
                  <a:srgbClr val="009C9E"/>
                </a:solidFill>
                <a:latin typeface="Arial"/>
                <a:ea typeface="Arial"/>
                <a:cs typeface="Arial"/>
              </a:defRPr>
            </a:pPr>
            <a:r>
              <a:rPr sz="2250" b="1">
                <a:solidFill>
                  <a:srgbClr val="009C9E"/>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45F68CC7-C3B9-4566-AABD-9ADE7965BBB9}"/>
              </a:ext>
            </a:extLst>
          </p:cNvPr>
          <p:cNvSpPr>
            <a:spLocks xmlns:a="http://schemas.openxmlformats.org/drawingml/2006/main" noGrp="1"/>
          </p:cNvSpPr>
          <p:nvPr/>
        </p:nvSpPr>
        <p:spPr>
          <a:xfrm xmlns:a="http://schemas.openxmlformats.org/drawingml/2006/main">
            <a:off x="1628775" y="4572000"/>
            <a:ext cx="11220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0">
                <a:solidFill>
                  <a:srgbClr val="1C2D44"/>
                </a:solidFill>
                <a:latin typeface="Arial"/>
                <a:ea typeface="Arial"/>
                <a:cs typeface="Arial"/>
              </a:defRPr>
            </a:defPPr>
            <a:lvl1pPr algn="l">
              <a:defRPr sz="2250" b="0">
                <a:solidFill>
                  <a:srgbClr val="1C2D44"/>
                </a:solidFill>
                <a:latin typeface="Arial"/>
                <a:ea typeface="Arial"/>
                <a:cs typeface="Arial"/>
              </a:defRPr>
            </a:lvl1pPr>
            <a:lvl2pPr algn="l">
              <a:defRPr sz="2250" b="0">
                <a:solidFill>
                  <a:srgbClr val="1C2D44"/>
                </a:solidFill>
                <a:latin typeface="Arial"/>
                <a:ea typeface="Arial"/>
                <a:cs typeface="Arial"/>
              </a:defRPr>
            </a:lvl2pPr>
            <a:lvl3pPr algn="l">
              <a:defRPr sz="2250" b="0">
                <a:solidFill>
                  <a:srgbClr val="1C2D44"/>
                </a:solidFill>
                <a:latin typeface="Arial"/>
                <a:ea typeface="Arial"/>
                <a:cs typeface="Arial"/>
              </a:defRPr>
            </a:lvl3pPr>
            <a:lvl4pPr algn="l">
              <a:defRPr sz="2250" b="0">
                <a:solidFill>
                  <a:srgbClr val="1C2D44"/>
                </a:solidFill>
                <a:latin typeface="Arial"/>
                <a:ea typeface="Arial"/>
                <a:cs typeface="Arial"/>
              </a:defRPr>
            </a:lvl4pPr>
            <a:lvl5pPr algn="l">
              <a:defRPr sz="2250" b="0">
                <a:solidFill>
                  <a:srgbClr val="1C2D44"/>
                </a:solidFill>
                <a:latin typeface="Arial"/>
                <a:ea typeface="Arial"/>
                <a:cs typeface="Arial"/>
              </a:defRPr>
            </a:lvl5pPr>
            <a:lvl6pPr algn="l">
              <a:defRPr sz="2250" b="0">
                <a:solidFill>
                  <a:srgbClr val="1C2D44"/>
                </a:solidFill>
                <a:latin typeface="Arial"/>
                <a:ea typeface="Arial"/>
                <a:cs typeface="Arial"/>
              </a:defRPr>
            </a:lvl6pPr>
            <a:lvl7pPr algn="l">
              <a:defRPr sz="2250" b="0">
                <a:solidFill>
                  <a:srgbClr val="1C2D44"/>
                </a:solidFill>
                <a:latin typeface="Arial"/>
                <a:ea typeface="Arial"/>
                <a:cs typeface="Arial"/>
              </a:defRPr>
            </a:lvl7pPr>
            <a:lvl8pPr algn="l">
              <a:defRPr sz="2250" b="0">
                <a:solidFill>
                  <a:srgbClr val="1C2D44"/>
                </a:solidFill>
                <a:latin typeface="Arial"/>
                <a:ea typeface="Arial"/>
                <a:cs typeface="Arial"/>
              </a:defRPr>
            </a:lvl8pPr>
            <a:lvl9pPr algn="l">
              <a:defRPr sz="2250" b="0">
                <a:solidFill>
                  <a:srgbClr val="1C2D44"/>
                </a:solidFill>
                <a:latin typeface="Arial"/>
                <a:ea typeface="Arial"/>
                <a:cs typeface="Arial"/>
              </a:defRPr>
            </a:lvl9pPr>
          </a:lstStyle>
          <a:p xmlns:a="http://schemas.openxmlformats.org/drawingml/2006/main">
            <a:pPr algn="l">
              <a:defRPr sz="2250" b="0">
                <a:solidFill>
                  <a:srgbClr val="1C2D44"/>
                </a:solidFill>
                <a:latin typeface="Arial"/>
                <a:ea typeface="Arial"/>
                <a:cs typeface="Arial"/>
              </a:defRPr>
            </a:pPr>
            <a:r>
              <a:rPr sz="2250" b="0">
                <a:solidFill>
                  <a:srgbClr val="1C2D44"/>
                </a:solidFill>
                <a:latin typeface="Arial"/>
                <a:ea typeface="Arial"/>
                <a:cs typeface="Arial"/>
              </a:rPr>
              <a:t>Data-flow diagrams and use cases</a:t>
            </a:r>
          </a:p>
        </p:txBody>
      </p:sp>
      <p:sp>
        <p:nvSpPr>
          <p:cNvPr id="14" name="">
            <a:extLst xmlns:a="http://schemas.openxmlformats.org/drawingml/2006/main">
              <a:ext uri="{FF2B5EF4-FFF2-40B4-BE49-F238E27FC236}">
                <a16:creationId xmlns:a16="http://schemas.microsoft.com/office/drawing/2014/main" id="{A336EA7D-7A71-4601-93C4-080C909C3CD5}"/>
              </a:ext>
            </a:extLst>
          </p:cNvPr>
          <p:cNvSpPr>
            <a:spLocks xmlns:a="http://schemas.openxmlformats.org/drawingml/2006/main" noGrp="1"/>
          </p:cNvSpPr>
          <p:nvPr/>
        </p:nvSpPr>
        <p:spPr>
          <a:xfrm xmlns:a="http://schemas.openxmlformats.org/drawingml/2006/main">
            <a:off x="723900" y="55721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009C9E"/>
                </a:solidFill>
                <a:latin typeface="Arial"/>
                <a:ea typeface="Arial"/>
                <a:cs typeface="Arial"/>
              </a:defRPr>
            </a:defPPr>
            <a:lvl1pPr algn="l">
              <a:defRPr sz="2250" b="1">
                <a:solidFill>
                  <a:srgbClr val="009C9E"/>
                </a:solidFill>
                <a:latin typeface="Arial"/>
                <a:ea typeface="Arial"/>
                <a:cs typeface="Arial"/>
              </a:defRPr>
            </a:lvl1pPr>
            <a:lvl2pPr algn="l">
              <a:defRPr sz="2250" b="1">
                <a:solidFill>
                  <a:srgbClr val="009C9E"/>
                </a:solidFill>
                <a:latin typeface="Arial"/>
                <a:ea typeface="Arial"/>
                <a:cs typeface="Arial"/>
              </a:defRPr>
            </a:lvl2pPr>
            <a:lvl3pPr algn="l">
              <a:defRPr sz="2250" b="1">
                <a:solidFill>
                  <a:srgbClr val="009C9E"/>
                </a:solidFill>
                <a:latin typeface="Arial"/>
                <a:ea typeface="Arial"/>
                <a:cs typeface="Arial"/>
              </a:defRPr>
            </a:lvl3pPr>
            <a:lvl4pPr algn="l">
              <a:defRPr sz="2250" b="1">
                <a:solidFill>
                  <a:srgbClr val="009C9E"/>
                </a:solidFill>
                <a:latin typeface="Arial"/>
                <a:ea typeface="Arial"/>
                <a:cs typeface="Arial"/>
              </a:defRPr>
            </a:lvl4pPr>
            <a:lvl5pPr algn="l">
              <a:defRPr sz="2250" b="1">
                <a:solidFill>
                  <a:srgbClr val="009C9E"/>
                </a:solidFill>
                <a:latin typeface="Arial"/>
                <a:ea typeface="Arial"/>
                <a:cs typeface="Arial"/>
              </a:defRPr>
            </a:lvl5pPr>
            <a:lvl6pPr algn="l">
              <a:defRPr sz="2250" b="1">
                <a:solidFill>
                  <a:srgbClr val="009C9E"/>
                </a:solidFill>
                <a:latin typeface="Arial"/>
                <a:ea typeface="Arial"/>
                <a:cs typeface="Arial"/>
              </a:defRPr>
            </a:lvl6pPr>
            <a:lvl7pPr algn="l">
              <a:defRPr sz="2250" b="1">
                <a:solidFill>
                  <a:srgbClr val="009C9E"/>
                </a:solidFill>
                <a:latin typeface="Arial"/>
                <a:ea typeface="Arial"/>
                <a:cs typeface="Arial"/>
              </a:defRPr>
            </a:lvl7pPr>
            <a:lvl8pPr algn="l">
              <a:defRPr sz="2250" b="1">
                <a:solidFill>
                  <a:srgbClr val="009C9E"/>
                </a:solidFill>
                <a:latin typeface="Arial"/>
                <a:ea typeface="Arial"/>
                <a:cs typeface="Arial"/>
              </a:defRPr>
            </a:lvl8pPr>
            <a:lvl9pPr algn="l">
              <a:defRPr sz="2250" b="1">
                <a:solidFill>
                  <a:srgbClr val="009C9E"/>
                </a:solidFill>
                <a:latin typeface="Arial"/>
                <a:ea typeface="Arial"/>
                <a:cs typeface="Arial"/>
              </a:defRPr>
            </a:lvl9pPr>
          </a:lstStyle>
          <a:p xmlns:a="http://schemas.openxmlformats.org/drawingml/2006/main">
            <a:pPr algn="l">
              <a:defRPr sz="2250" b="1">
                <a:solidFill>
                  <a:srgbClr val="009C9E"/>
                </a:solidFill>
                <a:latin typeface="Arial"/>
                <a:ea typeface="Arial"/>
                <a:cs typeface="Arial"/>
              </a:defRPr>
            </a:pPr>
            <a:r>
              <a:rPr sz="2250" b="1">
                <a:solidFill>
                  <a:srgbClr val="009C9E"/>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92335968-8072-4282-A1CD-074DE58A7682}"/>
              </a:ext>
            </a:extLst>
          </p:cNvPr>
          <p:cNvSpPr>
            <a:spLocks xmlns:a="http://schemas.openxmlformats.org/drawingml/2006/main" noGrp="1"/>
          </p:cNvSpPr>
          <p:nvPr/>
        </p:nvSpPr>
        <p:spPr>
          <a:xfrm xmlns:a="http://schemas.openxmlformats.org/drawingml/2006/main">
            <a:off x="1628775" y="5572125"/>
            <a:ext cx="11220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0">
                <a:solidFill>
                  <a:srgbClr val="1C2D44"/>
                </a:solidFill>
                <a:latin typeface="Arial"/>
                <a:ea typeface="Arial"/>
                <a:cs typeface="Arial"/>
              </a:defRPr>
            </a:defPPr>
            <a:lvl1pPr algn="l">
              <a:defRPr sz="2250" b="0">
                <a:solidFill>
                  <a:srgbClr val="1C2D44"/>
                </a:solidFill>
                <a:latin typeface="Arial"/>
                <a:ea typeface="Arial"/>
                <a:cs typeface="Arial"/>
              </a:defRPr>
            </a:lvl1pPr>
            <a:lvl2pPr algn="l">
              <a:defRPr sz="2250" b="0">
                <a:solidFill>
                  <a:srgbClr val="1C2D44"/>
                </a:solidFill>
                <a:latin typeface="Arial"/>
                <a:ea typeface="Arial"/>
                <a:cs typeface="Arial"/>
              </a:defRPr>
            </a:lvl2pPr>
            <a:lvl3pPr algn="l">
              <a:defRPr sz="2250" b="0">
                <a:solidFill>
                  <a:srgbClr val="1C2D44"/>
                </a:solidFill>
                <a:latin typeface="Arial"/>
                <a:ea typeface="Arial"/>
                <a:cs typeface="Arial"/>
              </a:defRPr>
            </a:lvl3pPr>
            <a:lvl4pPr algn="l">
              <a:defRPr sz="2250" b="0">
                <a:solidFill>
                  <a:srgbClr val="1C2D44"/>
                </a:solidFill>
                <a:latin typeface="Arial"/>
                <a:ea typeface="Arial"/>
                <a:cs typeface="Arial"/>
              </a:defRPr>
            </a:lvl4pPr>
            <a:lvl5pPr algn="l">
              <a:defRPr sz="2250" b="0">
                <a:solidFill>
                  <a:srgbClr val="1C2D44"/>
                </a:solidFill>
                <a:latin typeface="Arial"/>
                <a:ea typeface="Arial"/>
                <a:cs typeface="Arial"/>
              </a:defRPr>
            </a:lvl5pPr>
            <a:lvl6pPr algn="l">
              <a:defRPr sz="2250" b="0">
                <a:solidFill>
                  <a:srgbClr val="1C2D44"/>
                </a:solidFill>
                <a:latin typeface="Arial"/>
                <a:ea typeface="Arial"/>
                <a:cs typeface="Arial"/>
              </a:defRPr>
            </a:lvl6pPr>
            <a:lvl7pPr algn="l">
              <a:defRPr sz="2250" b="0">
                <a:solidFill>
                  <a:srgbClr val="1C2D44"/>
                </a:solidFill>
                <a:latin typeface="Arial"/>
                <a:ea typeface="Arial"/>
                <a:cs typeface="Arial"/>
              </a:defRPr>
            </a:lvl7pPr>
            <a:lvl8pPr algn="l">
              <a:defRPr sz="2250" b="0">
                <a:solidFill>
                  <a:srgbClr val="1C2D44"/>
                </a:solidFill>
                <a:latin typeface="Arial"/>
                <a:ea typeface="Arial"/>
                <a:cs typeface="Arial"/>
              </a:defRPr>
            </a:lvl8pPr>
            <a:lvl9pPr algn="l">
              <a:defRPr sz="2250" b="0">
                <a:solidFill>
                  <a:srgbClr val="1C2D44"/>
                </a:solidFill>
                <a:latin typeface="Arial"/>
                <a:ea typeface="Arial"/>
                <a:cs typeface="Arial"/>
              </a:defRPr>
            </a:lvl9pPr>
          </a:lstStyle>
          <a:p xmlns:a="http://schemas.openxmlformats.org/drawingml/2006/main">
            <a:pPr algn="l">
              <a:defRPr sz="2250" b="0">
                <a:solidFill>
                  <a:srgbClr val="1C2D44"/>
                </a:solidFill>
                <a:latin typeface="Arial"/>
                <a:ea typeface="Arial"/>
                <a:cs typeface="Arial"/>
              </a:defRPr>
            </a:pPr>
            <a:r>
              <a:rPr sz="2250" b="0">
                <a:solidFill>
                  <a:srgbClr val="1C2D44"/>
                </a:solidFill>
                <a:latin typeface="Arial"/>
                <a:ea typeface="Arial"/>
                <a:cs typeface="Arial"/>
              </a:rPr>
              <a:t>Working model, verification, and remaining evaluation</a:t>
            </a:r>
          </a:p>
        </p:txBody>
      </p:sp>
    </p:spTree>
    <p:extLst>
      <p:ext uri="{BB962C8B-B14F-4D97-AF65-F5344CB8AC3E}">
        <p14:creationId xmlns:p14="http://schemas.microsoft.com/office/powerpoint/2010/main" val="379271283"/>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1BF592F-7319-45EA-8D66-DD71B11678B4}"/>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Problem statement</a:t>
            </a:r>
          </a:p>
        </p:txBody>
      </p:sp>
      <p:sp>
        <p:nvSpPr>
          <p:cNvPr id="2" name="">
            <a:extLst xmlns:a="http://schemas.openxmlformats.org/drawingml/2006/main">
              <a:ext uri="{FF2B5EF4-FFF2-40B4-BE49-F238E27FC236}">
                <a16:creationId xmlns:a16="http://schemas.microsoft.com/office/drawing/2014/main" id="{28F3652B-507B-4CCD-9C7A-38DA5D9571AB}"/>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4F6B52F1-41C3-42F7-BBD7-241CAE56AFCB}"/>
              </a:ext>
            </a:extLst>
          </p:cNvPr>
          <p:cNvPicPr>
            <a:picLocks xmlns:a="http://schemas.openxmlformats.org/drawingml/2006/main" noChangeAspect="1"/>
          </p:cNvPicPr>
          <p:nvPr/>
        </p:nvPicPr>
        <p:blipFill>
          <a:blip xmlns:r="http://schemas.openxmlformats.org/officeDocument/2006/relationships" xmlns:a="http://schemas.openxmlformats.org/drawingml/2006/main" r:embed="R05f03200e51049b1"/>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B18F96E-8A7E-4CB3-AA05-B7C966EF432F}"/>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B7F8E919-1668-4D89-BD8B-A52A884D7C1B}"/>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6F28F39D-59AA-4419-9ABD-0ADE0CE18F0A}"/>
              </a:ext>
            </a:extLst>
          </p:cNvPr>
          <p:cNvSpPr>
            <a:spLocks xmlns:a="http://schemas.openxmlformats.org/drawingml/2006/main" noGrp="1"/>
          </p:cNvSpPr>
          <p:nvPr/>
        </p:nvSpPr>
        <p:spPr>
          <a:xfrm xmlns:a="http://schemas.openxmlformats.org/drawingml/2006/main">
            <a:off x="723900" y="1562100"/>
            <a:ext cx="12192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14233B"/>
                </a:solidFill>
                <a:latin typeface="Arial"/>
                <a:ea typeface="Arial"/>
                <a:cs typeface="Arial"/>
              </a:defRPr>
            </a:defPPr>
            <a:lvl1pPr algn="l">
              <a:defRPr sz="2625" b="1">
                <a:solidFill>
                  <a:srgbClr val="14233B"/>
                </a:solidFill>
                <a:latin typeface="Arial"/>
                <a:ea typeface="Arial"/>
                <a:cs typeface="Arial"/>
              </a:defRPr>
            </a:lvl1pPr>
            <a:lvl2pPr algn="l">
              <a:defRPr sz="2625" b="1">
                <a:solidFill>
                  <a:srgbClr val="14233B"/>
                </a:solidFill>
                <a:latin typeface="Arial"/>
                <a:ea typeface="Arial"/>
                <a:cs typeface="Arial"/>
              </a:defRPr>
            </a:lvl2pPr>
            <a:lvl3pPr algn="l">
              <a:defRPr sz="2625" b="1">
                <a:solidFill>
                  <a:srgbClr val="14233B"/>
                </a:solidFill>
                <a:latin typeface="Arial"/>
                <a:ea typeface="Arial"/>
                <a:cs typeface="Arial"/>
              </a:defRPr>
            </a:lvl3pPr>
            <a:lvl4pPr algn="l">
              <a:defRPr sz="2625" b="1">
                <a:solidFill>
                  <a:srgbClr val="14233B"/>
                </a:solidFill>
                <a:latin typeface="Arial"/>
                <a:ea typeface="Arial"/>
                <a:cs typeface="Arial"/>
              </a:defRPr>
            </a:lvl4pPr>
            <a:lvl5pPr algn="l">
              <a:defRPr sz="2625" b="1">
                <a:solidFill>
                  <a:srgbClr val="14233B"/>
                </a:solidFill>
                <a:latin typeface="Arial"/>
                <a:ea typeface="Arial"/>
                <a:cs typeface="Arial"/>
              </a:defRPr>
            </a:lvl5pPr>
            <a:lvl6pPr algn="l">
              <a:defRPr sz="2625" b="1">
                <a:solidFill>
                  <a:srgbClr val="14233B"/>
                </a:solidFill>
                <a:latin typeface="Arial"/>
                <a:ea typeface="Arial"/>
                <a:cs typeface="Arial"/>
              </a:defRPr>
            </a:lvl6pPr>
            <a:lvl7pPr algn="l">
              <a:defRPr sz="2625" b="1">
                <a:solidFill>
                  <a:srgbClr val="14233B"/>
                </a:solidFill>
                <a:latin typeface="Arial"/>
                <a:ea typeface="Arial"/>
                <a:cs typeface="Arial"/>
              </a:defRPr>
            </a:lvl7pPr>
            <a:lvl8pPr algn="l">
              <a:defRPr sz="2625" b="1">
                <a:solidFill>
                  <a:srgbClr val="14233B"/>
                </a:solidFill>
                <a:latin typeface="Arial"/>
                <a:ea typeface="Arial"/>
                <a:cs typeface="Arial"/>
              </a:defRPr>
            </a:lvl8pPr>
            <a:lvl9pPr algn="l">
              <a:defRPr sz="2625" b="1">
                <a:solidFill>
                  <a:srgbClr val="14233B"/>
                </a:solidFill>
                <a:latin typeface="Arial"/>
                <a:ea typeface="Arial"/>
                <a:cs typeface="Arial"/>
              </a:defRPr>
            </a:lvl9pPr>
          </a:lstStyle>
          <a:p xmlns:a="http://schemas.openxmlformats.org/drawingml/2006/main">
            <a:pPr algn="l">
              <a:defRPr sz="2625" b="1">
                <a:solidFill>
                  <a:srgbClr val="14233B"/>
                </a:solidFill>
                <a:latin typeface="Arial"/>
                <a:ea typeface="Arial"/>
                <a:cs typeface="Arial"/>
              </a:defRPr>
            </a:pPr>
            <a:r>
              <a:rPr sz="2625" b="1">
                <a:solidFill>
                  <a:srgbClr val="14233B"/>
                </a:solidFill>
                <a:latin typeface="Arial"/>
                <a:ea typeface="Arial"/>
                <a:cs typeface="Arial"/>
              </a:rPr>
              <a:t>Understanding an unfamiliar Python project requires tracing definitions, calls, and behavior across files.</a:t>
            </a:r>
          </a:p>
        </p:txBody>
      </p:sp>
      <p:sp>
        <p:nvSpPr>
          <p:cNvPr id="7" name="">
            <a:extLst xmlns:a="http://schemas.openxmlformats.org/drawingml/2006/main">
              <a:ext uri="{FF2B5EF4-FFF2-40B4-BE49-F238E27FC236}">
                <a16:creationId xmlns:a16="http://schemas.microsoft.com/office/drawing/2014/main" id="{C77E0C51-A36B-471D-91C9-E329C9B7F7B9}"/>
              </a:ext>
            </a:extLst>
          </p:cNvPr>
          <p:cNvSpPr>
            <a:spLocks xmlns:a="http://schemas.openxmlformats.org/drawingml/2006/main" noGrp="1"/>
          </p:cNvSpPr>
          <p:nvPr/>
        </p:nvSpPr>
        <p:spPr>
          <a:xfrm xmlns:a="http://schemas.openxmlformats.org/drawingml/2006/main">
            <a:off x="723900" y="30099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4F47D13-2B5C-462B-9A17-A1CACA5C2C45}"/>
              </a:ext>
            </a:extLst>
          </p:cNvPr>
          <p:cNvSpPr>
            <a:spLocks xmlns:a="http://schemas.openxmlformats.org/drawingml/2006/main" noGrp="1"/>
          </p:cNvSpPr>
          <p:nvPr/>
        </p:nvSpPr>
        <p:spPr>
          <a:xfrm xmlns:a="http://schemas.openxmlformats.org/drawingml/2006/main">
            <a:off x="1628775" y="30099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Documentation may be absent or out of date.</a:t>
            </a:r>
          </a:p>
        </p:txBody>
      </p:sp>
      <p:sp>
        <p:nvSpPr>
          <p:cNvPr id="9" name="">
            <a:extLst xmlns:a="http://schemas.openxmlformats.org/drawingml/2006/main">
              <a:ext uri="{FF2B5EF4-FFF2-40B4-BE49-F238E27FC236}">
                <a16:creationId xmlns:a16="http://schemas.microsoft.com/office/drawing/2014/main" id="{ABFD7792-C953-4C50-9A95-C40DE04B56A7}"/>
              </a:ext>
            </a:extLst>
          </p:cNvPr>
          <p:cNvSpPr>
            <a:spLocks xmlns:a="http://schemas.openxmlformats.org/drawingml/2006/main" noGrp="1"/>
          </p:cNvSpPr>
          <p:nvPr/>
        </p:nvSpPr>
        <p:spPr>
          <a:xfrm xmlns:a="http://schemas.openxmlformats.org/drawingml/2006/main">
            <a:off x="723900" y="38671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6EFA106-B434-40BC-910D-82D71C22DFB5}"/>
              </a:ext>
            </a:extLst>
          </p:cNvPr>
          <p:cNvSpPr>
            <a:spLocks xmlns:a="http://schemas.openxmlformats.org/drawingml/2006/main" noGrp="1"/>
          </p:cNvSpPr>
          <p:nvPr/>
        </p:nvSpPr>
        <p:spPr>
          <a:xfrm xmlns:a="http://schemas.openxmlformats.org/drawingml/2006/main">
            <a:off x="1628775" y="38671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Static structure helps navigation but does not fully explain behavior.</a:t>
            </a:r>
          </a:p>
        </p:txBody>
      </p:sp>
      <p:sp>
        <p:nvSpPr>
          <p:cNvPr id="11" name="">
            <a:extLst xmlns:a="http://schemas.openxmlformats.org/drawingml/2006/main">
              <a:ext uri="{FF2B5EF4-FFF2-40B4-BE49-F238E27FC236}">
                <a16:creationId xmlns:a16="http://schemas.microsoft.com/office/drawing/2014/main" id="{2887CEC1-2408-4B8A-90D6-674AF9861DC7}"/>
              </a:ext>
            </a:extLst>
          </p:cNvPr>
          <p:cNvSpPr>
            <a:spLocks xmlns:a="http://schemas.openxmlformats.org/drawingml/2006/main" noGrp="1"/>
          </p:cNvSpPr>
          <p:nvPr/>
        </p:nvSpPr>
        <p:spPr>
          <a:xfrm xmlns:a="http://schemas.openxmlformats.org/drawingml/2006/main">
            <a:off x="723900" y="4724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EC688081-40A5-471F-B15A-5316F06F12EE}"/>
              </a:ext>
            </a:extLst>
          </p:cNvPr>
          <p:cNvSpPr>
            <a:spLocks xmlns:a="http://schemas.openxmlformats.org/drawingml/2006/main" noGrp="1"/>
          </p:cNvSpPr>
          <p:nvPr/>
        </p:nvSpPr>
        <p:spPr>
          <a:xfrm xmlns:a="http://schemas.openxmlformats.org/drawingml/2006/main">
            <a:off x="1628775" y="47244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Generated explanations can misread source and need inspectable evidence.</a:t>
            </a:r>
          </a:p>
        </p:txBody>
      </p:sp>
      <p:sp>
        <p:nvSpPr>
          <p:cNvPr id="13" name="">
            <a:extLst xmlns:a="http://schemas.openxmlformats.org/drawingml/2006/main">
              <a:ext uri="{FF2B5EF4-FFF2-40B4-BE49-F238E27FC236}">
                <a16:creationId xmlns:a16="http://schemas.microsoft.com/office/drawing/2014/main" id="{2C28D130-C5E2-41D5-AB4E-AEB49342B1E7}"/>
              </a:ext>
            </a:extLst>
          </p:cNvPr>
          <p:cNvSpPr>
            <a:spLocks xmlns:a="http://schemas.openxmlformats.org/drawingml/2006/main" noGrp="1"/>
          </p:cNvSpPr>
          <p:nvPr/>
        </p:nvSpPr>
        <p:spPr>
          <a:xfrm xmlns:a="http://schemas.openxmlformats.org/drawingml/2006/main">
            <a:off x="723900" y="55816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4554CEEC-FC62-4F2A-9D1E-3735A1BCCBFF}"/>
              </a:ext>
            </a:extLst>
          </p:cNvPr>
          <p:cNvSpPr>
            <a:spLocks xmlns:a="http://schemas.openxmlformats.org/drawingml/2006/main" noGrp="1"/>
          </p:cNvSpPr>
          <p:nvPr/>
        </p:nvSpPr>
        <p:spPr>
          <a:xfrm xmlns:a="http://schemas.openxmlformats.org/drawingml/2006/main">
            <a:off x="1628775" y="55816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A local tool should connect each finding or answer to the actual source.</a:t>
            </a:r>
          </a:p>
        </p:txBody>
      </p:sp>
    </p:spTree>
    <p:extLst>
      <p:ext uri="{BB962C8B-B14F-4D97-AF65-F5344CB8AC3E}">
        <p14:creationId xmlns:p14="http://schemas.microsoft.com/office/powerpoint/2010/main" val="1054710149"/>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2871B5-1F63-4C53-ADED-95800227B975}"/>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Final project objectives</a:t>
            </a:r>
          </a:p>
        </p:txBody>
      </p:sp>
      <p:sp>
        <p:nvSpPr>
          <p:cNvPr id="2" name="">
            <a:extLst xmlns:a="http://schemas.openxmlformats.org/drawingml/2006/main">
              <a:ext uri="{FF2B5EF4-FFF2-40B4-BE49-F238E27FC236}">
                <a16:creationId xmlns:a16="http://schemas.microsoft.com/office/drawing/2014/main" id="{C5E3BA2F-EFFE-4684-8DB1-8A6C665A943E}"/>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6A3CD4E7-370E-43D0-958F-DE6326A399C3}"/>
              </a:ext>
            </a:extLst>
          </p:cNvPr>
          <p:cNvPicPr>
            <a:picLocks xmlns:a="http://schemas.openxmlformats.org/drawingml/2006/main" noChangeAspect="1"/>
          </p:cNvPicPr>
          <p:nvPr/>
        </p:nvPicPr>
        <p:blipFill>
          <a:blip xmlns:r="http://schemas.openxmlformats.org/officeDocument/2006/relationships" xmlns:a="http://schemas.openxmlformats.org/drawingml/2006/main" r:embed="Rbffde040c0294077"/>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839CB64-15C8-475E-8372-5438946A4603}"/>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9056C0B5-5F3C-41B0-B236-CCE6CC39CE53}"/>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C503849E-5D74-46A8-8A41-BCB56AC36603}"/>
              </a:ext>
            </a:extLst>
          </p:cNvPr>
          <p:cNvSpPr>
            <a:spLocks xmlns:a="http://schemas.openxmlformats.org/drawingml/2006/main" noGrp="1"/>
          </p:cNvSpPr>
          <p:nvPr/>
        </p:nvSpPr>
        <p:spPr>
          <a:xfrm xmlns:a="http://schemas.openxmlformats.org/drawingml/2006/main">
            <a:off x="723900" y="1504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FDE0D60-0E7A-4B09-961D-1C9455BB44E4}"/>
              </a:ext>
            </a:extLst>
          </p:cNvPr>
          <p:cNvSpPr>
            <a:spLocks xmlns:a="http://schemas.openxmlformats.org/drawingml/2006/main" noGrp="1"/>
          </p:cNvSpPr>
          <p:nvPr/>
        </p:nvSpPr>
        <p:spPr>
          <a:xfrm xmlns:a="http://schemas.openxmlformats.org/drawingml/2006/main">
            <a:off x="1628775" y="1504950"/>
            <a:ext cx="11220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Extract Python definitions, imports, calls, and source locations.</a:t>
            </a:r>
          </a:p>
        </p:txBody>
      </p:sp>
      <p:sp>
        <p:nvSpPr>
          <p:cNvPr id="8" name="">
            <a:extLst xmlns:a="http://schemas.openxmlformats.org/drawingml/2006/main">
              <a:ext uri="{FF2B5EF4-FFF2-40B4-BE49-F238E27FC236}">
                <a16:creationId xmlns:a16="http://schemas.microsoft.com/office/drawing/2014/main" id="{DF7506B0-B25B-41F7-9443-59374E5E82D7}"/>
              </a:ext>
            </a:extLst>
          </p:cNvPr>
          <p:cNvSpPr>
            <a:spLocks xmlns:a="http://schemas.openxmlformats.org/drawingml/2006/main" noGrp="1"/>
          </p:cNvSpPr>
          <p:nvPr/>
        </p:nvSpPr>
        <p:spPr>
          <a:xfrm xmlns:a="http://schemas.openxmlformats.org/drawingml/2006/main">
            <a:off x="723900" y="25336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64965DD-741D-45C3-A19F-496B51F93079}"/>
              </a:ext>
            </a:extLst>
          </p:cNvPr>
          <p:cNvSpPr>
            <a:spLocks xmlns:a="http://schemas.openxmlformats.org/drawingml/2006/main" noGrp="1"/>
          </p:cNvSpPr>
          <p:nvPr/>
        </p:nvSpPr>
        <p:spPr>
          <a:xfrm xmlns:a="http://schemas.openxmlformats.org/drawingml/2006/main">
            <a:off x="1628775" y="2533650"/>
            <a:ext cx="11220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Visualize module dependencies and supported function calls.</a:t>
            </a:r>
          </a:p>
        </p:txBody>
      </p:sp>
      <p:sp>
        <p:nvSpPr>
          <p:cNvPr id="10" name="">
            <a:extLst xmlns:a="http://schemas.openxmlformats.org/drawingml/2006/main">
              <a:ext uri="{FF2B5EF4-FFF2-40B4-BE49-F238E27FC236}">
                <a16:creationId xmlns:a16="http://schemas.microsoft.com/office/drawing/2014/main" id="{F272979D-6C7F-4093-BE55-642F8C4A7E26}"/>
              </a:ext>
            </a:extLst>
          </p:cNvPr>
          <p:cNvSpPr>
            <a:spLocks xmlns:a="http://schemas.openxmlformats.org/drawingml/2006/main" noGrp="1"/>
          </p:cNvSpPr>
          <p:nvPr/>
        </p:nvSpPr>
        <p:spPr>
          <a:xfrm xmlns:a="http://schemas.openxmlformats.org/drawingml/2006/main">
            <a:off x="723900" y="35623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56CB546-AAB9-4BC2-A4BB-873E723E7A5F}"/>
              </a:ext>
            </a:extLst>
          </p:cNvPr>
          <p:cNvSpPr>
            <a:spLocks xmlns:a="http://schemas.openxmlformats.org/drawingml/2006/main" noGrp="1"/>
          </p:cNvSpPr>
          <p:nvPr/>
        </p:nvSpPr>
        <p:spPr>
          <a:xfrm xmlns:a="http://schemas.openxmlformats.org/drawingml/2006/main">
            <a:off x="1628775" y="3562350"/>
            <a:ext cx="11220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Report complexity, parse errors, and potentially unused symbols.</a:t>
            </a:r>
          </a:p>
        </p:txBody>
      </p:sp>
      <p:sp>
        <p:nvSpPr>
          <p:cNvPr id="12" name="">
            <a:extLst xmlns:a="http://schemas.openxmlformats.org/drawingml/2006/main">
              <a:ext uri="{FF2B5EF4-FFF2-40B4-BE49-F238E27FC236}">
                <a16:creationId xmlns:a16="http://schemas.microsoft.com/office/drawing/2014/main" id="{03F56B63-7915-4C2C-A434-98EB9BDE3DC9}"/>
              </a:ext>
            </a:extLst>
          </p:cNvPr>
          <p:cNvSpPr>
            <a:spLocks xmlns:a="http://schemas.openxmlformats.org/drawingml/2006/main" noGrp="1"/>
          </p:cNvSpPr>
          <p:nvPr/>
        </p:nvSpPr>
        <p:spPr>
          <a:xfrm xmlns:a="http://schemas.openxmlformats.org/drawingml/2006/main">
            <a:off x="723900" y="45910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76F6D463-C39B-4677-870D-92D9287AB76E}"/>
              </a:ext>
            </a:extLst>
          </p:cNvPr>
          <p:cNvSpPr>
            <a:spLocks xmlns:a="http://schemas.openxmlformats.org/drawingml/2006/main" noGrp="1"/>
          </p:cNvSpPr>
          <p:nvPr/>
        </p:nvSpPr>
        <p:spPr>
          <a:xfrm xmlns:a="http://schemas.openxmlformats.org/drawingml/2006/main">
            <a:off x="1628775" y="4591050"/>
            <a:ext cx="11220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Generate documentation and source-linked local AI explanations.</a:t>
            </a:r>
          </a:p>
        </p:txBody>
      </p:sp>
      <p:sp>
        <p:nvSpPr>
          <p:cNvPr id="14" name="">
            <a:extLst xmlns:a="http://schemas.openxmlformats.org/drawingml/2006/main">
              <a:ext uri="{FF2B5EF4-FFF2-40B4-BE49-F238E27FC236}">
                <a16:creationId xmlns:a16="http://schemas.microsoft.com/office/drawing/2014/main" id="{ED8E9ACE-07B9-430E-BEED-068CD379D06D}"/>
              </a:ext>
            </a:extLst>
          </p:cNvPr>
          <p:cNvSpPr>
            <a:spLocks xmlns:a="http://schemas.openxmlformats.org/drawingml/2006/main" noGrp="1"/>
          </p:cNvSpPr>
          <p:nvPr/>
        </p:nvSpPr>
        <p:spPr>
          <a:xfrm xmlns:a="http://schemas.openxmlformats.org/drawingml/2006/main">
            <a:off x="723900" y="56197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E5251F39-2A87-49FB-9C7A-80C24B4A0133}"/>
              </a:ext>
            </a:extLst>
          </p:cNvPr>
          <p:cNvSpPr>
            <a:spLocks xmlns:a="http://schemas.openxmlformats.org/drawingml/2006/main" noGrp="1"/>
          </p:cNvSpPr>
          <p:nvPr/>
        </p:nvSpPr>
        <p:spPr>
          <a:xfrm xmlns:a="http://schemas.openxmlformats.org/drawingml/2006/main">
            <a:off x="1628775" y="5619750"/>
            <a:ext cx="11220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Retrieve code by meaning and support natural-language questions.</a:t>
            </a:r>
          </a:p>
        </p:txBody>
      </p:sp>
    </p:spTree>
    <p:extLst>
      <p:ext uri="{BB962C8B-B14F-4D97-AF65-F5344CB8AC3E}">
        <p14:creationId xmlns:p14="http://schemas.microsoft.com/office/powerpoint/2010/main" val="1640137106"/>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312F0B-2BB9-4C3F-A3FF-2D1C184A2AC6}"/>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Literature survey 1</a:t>
            </a:r>
          </a:p>
        </p:txBody>
      </p:sp>
      <p:sp>
        <p:nvSpPr>
          <p:cNvPr id="2" name="">
            <a:extLst xmlns:a="http://schemas.openxmlformats.org/drawingml/2006/main">
              <a:ext uri="{FF2B5EF4-FFF2-40B4-BE49-F238E27FC236}">
                <a16:creationId xmlns:a16="http://schemas.microsoft.com/office/drawing/2014/main" id="{D1E5621D-3F35-4DD7-B3A8-D3F62DE8B513}"/>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ABA00602-0FE3-4C4F-A50A-C90F5FFBF57E}"/>
              </a:ext>
            </a:extLst>
          </p:cNvPr>
          <p:cNvPicPr>
            <a:picLocks xmlns:a="http://schemas.openxmlformats.org/drawingml/2006/main" noChangeAspect="1"/>
          </p:cNvPicPr>
          <p:nvPr/>
        </p:nvPicPr>
        <p:blipFill>
          <a:blip xmlns:r="http://schemas.openxmlformats.org/officeDocument/2006/relationships" xmlns:a="http://schemas.openxmlformats.org/drawingml/2006/main" r:embed="R021ed5d918a24f4d"/>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14D940D-D7F0-42A0-A234-151EF1BABFD9}"/>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6BB04DA5-1D41-440E-98EC-914B2BF35A23}"/>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05</a:t>
            </a:r>
          </a:p>
        </p:txBody>
      </p:sp>
      <p:graphicFrame>
        <p:nvGraphicFramePr>
          <p:cNvPr id="6" name="">
            <a:extLst xmlns:a="http://schemas.openxmlformats.org/drawingml/2006/main">
              <a:ext uri="{FF2B5EF4-FFF2-40B4-BE49-F238E27FC236}">
                <a16:creationId xmlns:a16="http://schemas.microsoft.com/office/drawing/2014/main" id="{117922E6-7764-4EA3-8407-9B40AA5D4CF9}"/>
              </a:ext>
            </a:extLst>
          </p:cNvPr>
          <p:cNvGraphicFramePr/>
          <p:nvPr/>
        </p:nvGraphicFramePr>
        <p:xfrm>
          <a:off xmlns:a="http://schemas.openxmlformats.org/drawingml/2006/main" x="609600" y="1524000"/>
          <a:ext xmlns:a="http://schemas.openxmlformats.org/drawingml/2006/main" cx="12496800" cy="4762500"/>
        </p:xfrm>
        <a:graphic xmlns:a="http://schemas.openxmlformats.org/drawingml/2006/main">
          <a:graphicData uri="http://schemas.openxmlformats.org/drawingml/2006/table">
            <a:tbl>
              <a:tblPr/>
              <a:tblGrid>
                <a:gridCol w="2857500"/>
                <a:gridCol w="4572000"/>
                <a:gridCol w="5067300"/>
              </a:tblGrid>
              <a:tr h="1190625">
                <a:tc>
                  <a:txBody>
                    <a:bodyPr lIns="114300" tIns="114300" rIns="114300" bIns="114300"/>
                    <a:lstStyle/>
                    <a:p>
                      <a:r>
                        <a:rPr sz="1875" b="1">
                          <a:solidFill>
                            <a:srgbClr val="FFFFFF"/>
                          </a:solidFill>
                          <a:latin typeface="Arial"/>
                          <a:ea typeface="Arial"/>
                          <a:cs typeface="Arial"/>
                        </a:rPr>
                        <a:t>Study</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Contribution</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Relevance to this project</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1190625">
                <a:tc>
                  <a:txBody>
                    <a:bodyPr lIns="114300" tIns="114300" rIns="114300" bIns="114300"/>
                    <a:lstStyle/>
                    <a:p>
                      <a:r>
                        <a:rPr sz="1875" b="0">
                          <a:solidFill>
                            <a:srgbClr val="1C2D44"/>
                          </a:solidFill>
                          <a:latin typeface="Arial"/>
                          <a:ea typeface="Arial"/>
                          <a:cs typeface="Arial"/>
                        </a:rPr>
                        <a:t>CodeBERT</a:t>
                      </a:r>
                    </a:p>
                    <a:p>
                      <a:r>
                        <a:rPr sz="1875" b="0">
                          <a:solidFill>
                            <a:srgbClr val="1C2D44"/>
                          </a:solidFill>
                          <a:latin typeface="Arial"/>
                          <a:ea typeface="Arial"/>
                          <a:cs typeface="Arial"/>
                        </a:rPr>
                        <a:t>Feng et al., 2020</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Joint representations of code and natural language</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Motivates semantic matching between questions and source.</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1190625">
                <a:tc>
                  <a:txBody>
                    <a:bodyPr lIns="114300" tIns="114300" rIns="114300" bIns="114300"/>
                    <a:lstStyle/>
                    <a:p>
                      <a:r>
                        <a:rPr sz="1875" b="0">
                          <a:solidFill>
                            <a:srgbClr val="1C2D44"/>
                          </a:solidFill>
                          <a:latin typeface="Arial"/>
                          <a:ea typeface="Arial"/>
                          <a:cs typeface="Arial"/>
                        </a:rPr>
                        <a:t>Codex</a:t>
                      </a:r>
                    </a:p>
                    <a:p>
                      <a:r>
                        <a:rPr sz="1875" b="0">
                          <a:solidFill>
                            <a:srgbClr val="1C2D44"/>
                          </a:solidFill>
                          <a:latin typeface="Arial"/>
                          <a:ea typeface="Arial"/>
                          <a:cs typeface="Arial"/>
                        </a:rPr>
                        <a:t>Chen et al., 2021</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Code language models evaluated on programming tasks</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Motivates language-model assistance and explicit error review.</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1190625">
                <a:tc>
                  <a:txBody>
                    <a:bodyPr lIns="114300" tIns="114300" rIns="114300" bIns="114300"/>
                    <a:lstStyle/>
                    <a:p>
                      <a:r>
                        <a:rPr sz="1875" b="0">
                          <a:solidFill>
                            <a:srgbClr val="1C2D44"/>
                          </a:solidFill>
                          <a:latin typeface="Arial"/>
                          <a:ea typeface="Arial"/>
                          <a:cs typeface="Arial"/>
                        </a:rPr>
                        <a:t>GraphCodeBERT</a:t>
                      </a:r>
                    </a:p>
                    <a:p>
                      <a:r>
                        <a:rPr sz="1875" b="0">
                          <a:solidFill>
                            <a:srgbClr val="1C2D44"/>
                          </a:solidFill>
                          <a:latin typeface="Arial"/>
                          <a:ea typeface="Arial"/>
                          <a:cs typeface="Arial"/>
                        </a:rPr>
                        <a:t>Guo et al., 2021</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Incorporates data-flow structure into code representations</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Supports examining structure when building code context.</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bl>
          </a:graphicData>
        </a:graphic>
      </p:graphicFrame>
    </p:spTree>
    <p:extLst>
      <p:ext uri="{BB962C8B-B14F-4D97-AF65-F5344CB8AC3E}">
        <p14:creationId xmlns:p14="http://schemas.microsoft.com/office/powerpoint/2010/main" val="150849455"/>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4C5BF9-1790-40DE-9F9F-E05D38F30BDF}"/>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Literature survey 2</a:t>
            </a:r>
          </a:p>
        </p:txBody>
      </p:sp>
      <p:sp>
        <p:nvSpPr>
          <p:cNvPr id="2" name="">
            <a:extLst xmlns:a="http://schemas.openxmlformats.org/drawingml/2006/main">
              <a:ext uri="{FF2B5EF4-FFF2-40B4-BE49-F238E27FC236}">
                <a16:creationId xmlns:a16="http://schemas.microsoft.com/office/drawing/2014/main" id="{17A3AB89-24B7-40DC-908E-B7372E12E856}"/>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724F7F6F-9932-4E86-9024-7135B5BC41F1}"/>
              </a:ext>
            </a:extLst>
          </p:cNvPr>
          <p:cNvPicPr>
            <a:picLocks xmlns:a="http://schemas.openxmlformats.org/drawingml/2006/main" noChangeAspect="1"/>
          </p:cNvPicPr>
          <p:nvPr/>
        </p:nvPicPr>
        <p:blipFill>
          <a:blip xmlns:r="http://schemas.openxmlformats.org/officeDocument/2006/relationships" xmlns:a="http://schemas.openxmlformats.org/drawingml/2006/main" r:embed="R0490dd19901e4796"/>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0DF242-1E78-43C2-9E3B-B19365AFC1E1}"/>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936DB9FF-3820-458D-8FAF-8E0156ED9A6C}"/>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06</a:t>
            </a:r>
          </a:p>
        </p:txBody>
      </p:sp>
      <p:graphicFrame>
        <p:nvGraphicFramePr>
          <p:cNvPr id="6" name="">
            <a:extLst xmlns:a="http://schemas.openxmlformats.org/drawingml/2006/main">
              <a:ext uri="{FF2B5EF4-FFF2-40B4-BE49-F238E27FC236}">
                <a16:creationId xmlns:a16="http://schemas.microsoft.com/office/drawing/2014/main" id="{C23D7C1B-01DA-467E-9DF7-870078FDC054}"/>
              </a:ext>
            </a:extLst>
          </p:cNvPr>
          <p:cNvGraphicFramePr/>
          <p:nvPr/>
        </p:nvGraphicFramePr>
        <p:xfrm>
          <a:off xmlns:a="http://schemas.openxmlformats.org/drawingml/2006/main" x="609600" y="1524000"/>
          <a:ext xmlns:a="http://schemas.openxmlformats.org/drawingml/2006/main" cx="12496800" cy="4762500"/>
        </p:xfrm>
        <a:graphic xmlns:a="http://schemas.openxmlformats.org/drawingml/2006/main">
          <a:graphicData uri="http://schemas.openxmlformats.org/drawingml/2006/table">
            <a:tbl>
              <a:tblPr/>
              <a:tblGrid>
                <a:gridCol w="3333750"/>
                <a:gridCol w="4381500"/>
                <a:gridCol w="4781550"/>
              </a:tblGrid>
              <a:tr h="1190625">
                <a:tc>
                  <a:txBody>
                    <a:bodyPr lIns="114300" tIns="114300" rIns="114300" bIns="114300"/>
                    <a:lstStyle/>
                    <a:p>
                      <a:r>
                        <a:rPr sz="1875" b="1">
                          <a:solidFill>
                            <a:srgbClr val="FFFFFF"/>
                          </a:solidFill>
                          <a:latin typeface="Arial"/>
                          <a:ea typeface="Arial"/>
                          <a:cs typeface="Arial"/>
                        </a:rPr>
                        <a:t>Study</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Contribution</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Relevance to this project</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1190625">
                <a:tc>
                  <a:txBody>
                    <a:bodyPr lIns="114300" tIns="114300" rIns="114300" bIns="114300"/>
                    <a:lstStyle/>
                    <a:p>
                      <a:r>
                        <a:rPr sz="1875" b="0">
                          <a:solidFill>
                            <a:srgbClr val="1C2D44"/>
                          </a:solidFill>
                          <a:latin typeface="Arial"/>
                          <a:ea typeface="Arial"/>
                          <a:cs typeface="Arial"/>
                        </a:rPr>
                        <a:t>DeepCom</a:t>
                      </a:r>
                    </a:p>
                    <a:p>
                      <a:r>
                        <a:rPr sz="1875" b="0">
                          <a:solidFill>
                            <a:srgbClr val="1C2D44"/>
                          </a:solidFill>
                          <a:latin typeface="Arial"/>
                          <a:ea typeface="Arial"/>
                          <a:cs typeface="Arial"/>
                        </a:rPr>
                        <a:t>Hu et al., 2018</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Uses Java method structure for comment generation</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Motivates extracting structured method information.</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1190625">
                <a:tc>
                  <a:txBody>
                    <a:bodyPr lIns="114300" tIns="114300" rIns="114300" bIns="114300"/>
                    <a:lstStyle/>
                    <a:p>
                      <a:r>
                        <a:rPr sz="1875" b="0">
                          <a:solidFill>
                            <a:srgbClr val="1C2D44"/>
                          </a:solidFill>
                          <a:latin typeface="Arial"/>
                          <a:ea typeface="Arial"/>
                          <a:cs typeface="Arial"/>
                        </a:rPr>
                        <a:t>Transformer summarization</a:t>
                      </a:r>
                    </a:p>
                    <a:p>
                      <a:r>
                        <a:rPr sz="1875" b="0">
                          <a:solidFill>
                            <a:srgbClr val="1C2D44"/>
                          </a:solidFill>
                          <a:latin typeface="Arial"/>
                          <a:ea typeface="Arial"/>
                          <a:cs typeface="Arial"/>
                        </a:rPr>
                        <a:t>Ahmad et al., 2020</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Studies attention and relative code-token positions</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Motivates focused summaries of bounded source context.</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1190625">
                <a:tc>
                  <a:txBody>
                    <a:bodyPr lIns="114300" tIns="114300" rIns="114300" bIns="114300"/>
                    <a:lstStyle/>
                    <a:p>
                      <a:r>
                        <a:rPr sz="1875" b="0">
                          <a:solidFill>
                            <a:srgbClr val="1C2D44"/>
                          </a:solidFill>
                          <a:latin typeface="Arial"/>
                          <a:ea typeface="Arial"/>
                          <a:cs typeface="Arial"/>
                        </a:rPr>
                        <a:t>Big code survey</a:t>
                      </a:r>
                    </a:p>
                    <a:p>
                      <a:r>
                        <a:rPr sz="1875" b="0">
                          <a:solidFill>
                            <a:srgbClr val="1C2D44"/>
                          </a:solidFill>
                          <a:latin typeface="Arial"/>
                          <a:ea typeface="Arial"/>
                          <a:cs typeface="Arial"/>
                        </a:rPr>
                        <a:t>Allamanis et al., 2018</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Organizes probabilistic models and applications of code</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Frames code learning and its evaluation challenges.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bl>
          </a:graphicData>
        </a:graphic>
      </p:graphicFrame>
    </p:spTree>
    <p:extLst>
      <p:ext uri="{BB962C8B-B14F-4D97-AF65-F5344CB8AC3E}">
        <p14:creationId xmlns:p14="http://schemas.microsoft.com/office/powerpoint/2010/main" val="1505551968"/>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38351F-C44A-47B6-9EBD-4052C99610E8}"/>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Identified gaps and challenges</a:t>
            </a:r>
          </a:p>
        </p:txBody>
      </p:sp>
      <p:sp>
        <p:nvSpPr>
          <p:cNvPr id="2" name="">
            <a:extLst xmlns:a="http://schemas.openxmlformats.org/drawingml/2006/main">
              <a:ext uri="{FF2B5EF4-FFF2-40B4-BE49-F238E27FC236}">
                <a16:creationId xmlns:a16="http://schemas.microsoft.com/office/drawing/2014/main" id="{14E5BFF3-BD35-40BF-99F9-25E4ABCAC5EE}"/>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B73DB5F0-1BE5-43D4-A261-DF58E0C1FAEC}"/>
              </a:ext>
            </a:extLst>
          </p:cNvPr>
          <p:cNvPicPr>
            <a:picLocks xmlns:a="http://schemas.openxmlformats.org/drawingml/2006/main" noChangeAspect="1"/>
          </p:cNvPicPr>
          <p:nvPr/>
        </p:nvPicPr>
        <p:blipFill>
          <a:blip xmlns:r="http://schemas.openxmlformats.org/officeDocument/2006/relationships" xmlns:a="http://schemas.openxmlformats.org/drawingml/2006/main" r:embed="R34525ec0a7c947db"/>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315130-4814-4053-9D41-8069A254B955}"/>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07C0A956-92C1-4B7B-9D4D-19470E239B86}"/>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7D3DF4B7-6239-4024-8ABF-57461FCFF5EC}"/>
              </a:ext>
            </a:extLst>
          </p:cNvPr>
          <p:cNvGraphicFramePr/>
          <p:nvPr/>
        </p:nvGraphicFramePr>
        <p:xfrm>
          <a:off xmlns:a="http://schemas.openxmlformats.org/drawingml/2006/main" x="609600" y="1524000"/>
          <a:ext xmlns:a="http://schemas.openxmlformats.org/drawingml/2006/main" cx="12496800" cy="5000625"/>
        </p:xfrm>
        <a:graphic xmlns:a="http://schemas.openxmlformats.org/drawingml/2006/main">
          <a:graphicData uri="http://schemas.openxmlformats.org/drawingml/2006/table">
            <a:tbl>
              <a:tblPr/>
              <a:tblGrid>
                <a:gridCol w="5334000"/>
                <a:gridCol w="7162800"/>
              </a:tblGrid>
              <a:tr h="833438">
                <a:tc>
                  <a:txBody>
                    <a:bodyPr lIns="114300" tIns="114300" rIns="114300" bIns="114300"/>
                    <a:lstStyle/>
                    <a:p>
                      <a:r>
                        <a:rPr sz="1875" b="1">
                          <a:solidFill>
                            <a:srgbClr val="FFFFFF"/>
                          </a:solidFill>
                          <a:latin typeface="Arial"/>
                          <a:ea typeface="Arial"/>
                          <a:cs typeface="Arial"/>
                        </a:rPr>
                        <a:t>Engineering challenge</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Implemented response</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833438">
                <a:tc>
                  <a:txBody>
                    <a:bodyPr lIns="114300" tIns="114300" rIns="114300" bIns="114300"/>
                    <a:lstStyle/>
                    <a:p>
                      <a:r>
                        <a:rPr sz="1875" b="0">
                          <a:solidFill>
                            <a:srgbClr val="1C2D44"/>
                          </a:solidFill>
                          <a:latin typeface="Arial"/>
                          <a:ea typeface="Arial"/>
                          <a:cs typeface="Arial"/>
                        </a:rPr>
                        <a:t>Cross-file relationships are difficult to inspect</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AST symbol records with dependency and call graphs.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833438">
                <a:tc>
                  <a:txBody>
                    <a:bodyPr lIns="114300" tIns="114300" rIns="114300" bIns="114300"/>
                    <a:lstStyle/>
                    <a:p>
                      <a:r>
                        <a:rPr sz="1875" b="0">
                          <a:solidFill>
                            <a:srgbClr val="1C2D44"/>
                          </a:solidFill>
                          <a:latin typeface="Arial"/>
                          <a:ea typeface="Arial"/>
                          <a:cs typeface="Arial"/>
                        </a:rPr>
                        <a:t>Repository content exceeds a small model context</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Retrieve bounded source chunks and relevant analysis.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833438">
                <a:tc>
                  <a:txBody>
                    <a:bodyPr lIns="114300" tIns="114300" rIns="114300" bIns="114300"/>
                    <a:lstStyle/>
                    <a:p>
                      <a:r>
                        <a:rPr sz="1875" b="0">
                          <a:solidFill>
                            <a:srgbClr val="1C2D44"/>
                          </a:solidFill>
                          <a:latin typeface="Arial"/>
                          <a:ea typeface="Arial"/>
                          <a:cs typeface="Arial"/>
                        </a:rPr>
                        <a:t>Fluent answers may contain unsupported claims</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Expose source lines and reject unknown source labels.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833438">
                <a:tc>
                  <a:txBody>
                    <a:bodyPr lIns="114300" tIns="114300" rIns="114300" bIns="114300"/>
                    <a:lstStyle/>
                    <a:p>
                      <a:r>
                        <a:rPr sz="1875" b="0">
                          <a:solidFill>
                            <a:srgbClr val="1C2D44"/>
                          </a:solidFill>
                          <a:latin typeface="Arial"/>
                          <a:ea typeface="Arial"/>
                          <a:cs typeface="Arial"/>
                        </a:rPr>
                        <a:t>Dynamic Python calls are hard to resolve</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Keep unresolved calls visible and label unused candidates.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833438">
                <a:tc>
                  <a:txBody>
                    <a:bodyPr lIns="114300" tIns="114300" rIns="114300" bIns="114300"/>
                    <a:lstStyle/>
                    <a:p>
                      <a:r>
                        <a:rPr sz="1875" b="0">
                          <a:solidFill>
                            <a:srgbClr val="1C2D44"/>
                          </a:solidFill>
                          <a:latin typeface="Arial"/>
                          <a:ea typeface="Arial"/>
                          <a:cs typeface="Arial"/>
                        </a:rPr>
                        <a:t>Demonstration should run without a paid API</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Local CPU generation and local embedding models.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bl>
          </a:graphicData>
        </a:graphic>
      </p:graphicFrame>
    </p:spTree>
    <p:extLst>
      <p:ext uri="{BB962C8B-B14F-4D97-AF65-F5344CB8AC3E}">
        <p14:creationId xmlns:p14="http://schemas.microsoft.com/office/powerpoint/2010/main" val="2027515730"/>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02518F4-5510-444D-9E7D-F8B363156C78}"/>
              </a:ext>
            </a:extLst>
          </p:cNvPr>
          <p:cNvCxnSpPr>
            <a:stCxn xmlns:a="http://schemas.openxmlformats.org/drawingml/2006/main" id="9" idx="3"/>
            <a:endCxn xmlns:a="http://schemas.openxmlformats.org/drawingml/2006/main" id="10" idx="1"/>
          </p:cNvCxnSpPr>
          <p:nvPr/>
        </p:nvCxnSpPr>
        <p:spPr>
          <a:xfrm xmlns:a="http://schemas.openxmlformats.org/drawingml/2006/main">
            <a:off x="10515600" y="3286125"/>
            <a:ext cx="3810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B16388B4-2A7C-4064-BA49-5EF66C697617}"/>
              </a:ext>
            </a:extLst>
          </p:cNvPr>
          <p:cNvCxnSpPr>
            <a:stCxn xmlns:a="http://schemas.openxmlformats.org/drawingml/2006/main" id="8" idx="3"/>
            <a:endCxn xmlns:a="http://schemas.openxmlformats.org/drawingml/2006/main" id="9" idx="1"/>
          </p:cNvCxnSpPr>
          <p:nvPr/>
        </p:nvCxnSpPr>
        <p:spPr>
          <a:xfrm xmlns:a="http://schemas.openxmlformats.org/drawingml/2006/main">
            <a:off x="7943850" y="3286125"/>
            <a:ext cx="3810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45D7858E-967B-464A-8717-312B0D7DE01B}"/>
              </a:ext>
            </a:extLst>
          </p:cNvPr>
          <p:cNvCxnSpPr>
            <a:stCxn xmlns:a="http://schemas.openxmlformats.org/drawingml/2006/main" id="7" idx="3"/>
            <a:endCxn xmlns:a="http://schemas.openxmlformats.org/drawingml/2006/main" id="8" idx="1"/>
          </p:cNvCxnSpPr>
          <p:nvPr/>
        </p:nvCxnSpPr>
        <p:spPr>
          <a:xfrm xmlns:a="http://schemas.openxmlformats.org/drawingml/2006/main">
            <a:off x="5372100" y="3286125"/>
            <a:ext cx="3810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09265AAC-E4B5-4634-B92F-B20405EAB144}"/>
              </a:ext>
            </a:extLst>
          </p:cNvPr>
          <p:cNvCxnSpPr>
            <a:stCxn xmlns:a="http://schemas.openxmlformats.org/drawingml/2006/main" id="6" idx="3"/>
            <a:endCxn xmlns:a="http://schemas.openxmlformats.org/drawingml/2006/main" id="7" idx="1"/>
          </p:cNvCxnSpPr>
          <p:nvPr/>
        </p:nvCxnSpPr>
        <p:spPr>
          <a:xfrm xmlns:a="http://schemas.openxmlformats.org/drawingml/2006/main">
            <a:off x="2800350" y="3286125"/>
            <a:ext cx="3810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9BA68C72-4C04-49A2-9CB1-9E1C240767B3}"/>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Methodology</a:t>
            </a:r>
          </a:p>
        </p:txBody>
      </p:sp>
      <p:sp>
        <p:nvSpPr>
          <p:cNvPr id="2" name="">
            <a:extLst xmlns:a="http://schemas.openxmlformats.org/drawingml/2006/main">
              <a:ext uri="{FF2B5EF4-FFF2-40B4-BE49-F238E27FC236}">
                <a16:creationId xmlns:a16="http://schemas.microsoft.com/office/drawing/2014/main" id="{12D658D6-D678-4FF4-8D2B-BC553AB8B781}"/>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C98F4D2B-A173-4A22-B4D8-4E2C5ADB7150}"/>
              </a:ext>
            </a:extLst>
          </p:cNvPr>
          <p:cNvPicPr>
            <a:picLocks xmlns:a="http://schemas.openxmlformats.org/drawingml/2006/main" noChangeAspect="1"/>
          </p:cNvPicPr>
          <p:nvPr/>
        </p:nvPicPr>
        <p:blipFill>
          <a:blip xmlns:r="http://schemas.openxmlformats.org/officeDocument/2006/relationships" xmlns:a="http://schemas.openxmlformats.org/drawingml/2006/main" r:embed="R8ca30a76a3384f50"/>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BFBF5F-D9FA-42FC-A9F2-ACF43FA5E577}"/>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C5A95F00-3743-475E-A111-DC2E642D9F53}"/>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08</a:t>
            </a:r>
          </a:p>
        </p:txBody>
      </p:sp>
      <p:sp>
        <p:nvSpPr>
          <p:cNvPr id="6" name="Validate input">
            <a:extLst xmlns:a="http://schemas.openxmlformats.org/drawingml/2006/main">
              <a:ext uri="{FF2B5EF4-FFF2-40B4-BE49-F238E27FC236}">
                <a16:creationId xmlns:a16="http://schemas.microsoft.com/office/drawing/2014/main" id="{712CD3B9-D876-4DC4-9BCE-9528B201834A}"/>
              </a:ext>
            </a:extLst>
          </p:cNvPr>
          <p:cNvSpPr>
            <a:spLocks xmlns:a="http://schemas.openxmlformats.org/drawingml/2006/main" noGrp="1"/>
          </p:cNvSpPr>
          <p:nvPr/>
        </p:nvSpPr>
        <p:spPr>
          <a:xfrm xmlns:a="http://schemas.openxmlformats.org/drawingml/2006/main">
            <a:off x="609600" y="2667000"/>
            <a:ext cx="2190750" cy="12382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C2D44"/>
                </a:solidFill>
                <a:latin typeface="Arial"/>
                <a:ea typeface="Arial"/>
                <a:cs typeface="Arial"/>
              </a:defRPr>
            </a:defPPr>
            <a:lvl1pPr algn="ctr">
              <a:defRPr sz="1950" b="0">
                <a:solidFill>
                  <a:srgbClr val="1C2D44"/>
                </a:solidFill>
                <a:latin typeface="Arial"/>
                <a:ea typeface="Arial"/>
                <a:cs typeface="Arial"/>
              </a:defRPr>
            </a:lvl1pPr>
            <a:lvl2pPr algn="ctr">
              <a:defRPr sz="1950" b="0">
                <a:solidFill>
                  <a:srgbClr val="1C2D44"/>
                </a:solidFill>
                <a:latin typeface="Arial"/>
                <a:ea typeface="Arial"/>
                <a:cs typeface="Arial"/>
              </a:defRPr>
            </a:lvl2pPr>
            <a:lvl3pPr algn="ctr">
              <a:defRPr sz="1950" b="0">
                <a:solidFill>
                  <a:srgbClr val="1C2D44"/>
                </a:solidFill>
                <a:latin typeface="Arial"/>
                <a:ea typeface="Arial"/>
                <a:cs typeface="Arial"/>
              </a:defRPr>
            </a:lvl3pPr>
            <a:lvl4pPr algn="ctr">
              <a:defRPr sz="1950" b="0">
                <a:solidFill>
                  <a:srgbClr val="1C2D44"/>
                </a:solidFill>
                <a:latin typeface="Arial"/>
                <a:ea typeface="Arial"/>
                <a:cs typeface="Arial"/>
              </a:defRPr>
            </a:lvl4pPr>
            <a:lvl5pPr algn="ctr">
              <a:defRPr sz="1950" b="0">
                <a:solidFill>
                  <a:srgbClr val="1C2D44"/>
                </a:solidFill>
                <a:latin typeface="Arial"/>
                <a:ea typeface="Arial"/>
                <a:cs typeface="Arial"/>
              </a:defRPr>
            </a:lvl5pPr>
            <a:lvl6pPr algn="ctr">
              <a:defRPr sz="1950" b="0">
                <a:solidFill>
                  <a:srgbClr val="1C2D44"/>
                </a:solidFill>
                <a:latin typeface="Arial"/>
                <a:ea typeface="Arial"/>
                <a:cs typeface="Arial"/>
              </a:defRPr>
            </a:lvl6pPr>
            <a:lvl7pPr algn="ctr">
              <a:defRPr sz="1950" b="0">
                <a:solidFill>
                  <a:srgbClr val="1C2D44"/>
                </a:solidFill>
                <a:latin typeface="Arial"/>
                <a:ea typeface="Arial"/>
                <a:cs typeface="Arial"/>
              </a:defRPr>
            </a:lvl7pPr>
            <a:lvl8pPr algn="ctr">
              <a:defRPr sz="1950" b="0">
                <a:solidFill>
                  <a:srgbClr val="1C2D44"/>
                </a:solidFill>
                <a:latin typeface="Arial"/>
                <a:ea typeface="Arial"/>
                <a:cs typeface="Arial"/>
              </a:defRPr>
            </a:lvl8pPr>
            <a:lvl9pPr algn="ctr">
              <a:defRPr sz="1950" b="0">
                <a:solidFill>
                  <a:srgbClr val="1C2D44"/>
                </a:solidFill>
                <a:latin typeface="Arial"/>
                <a:ea typeface="Arial"/>
                <a:cs typeface="Arial"/>
              </a:defRPr>
            </a:lvl9pPr>
          </a:lstStyle>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Validate input</a:t>
            </a:r>
          </a:p>
        </p:txBody>
      </p:sp>
      <p:sp>
        <p:nvSpPr>
          <p:cNvPr id="7" name="Create snapshot">
            <a:extLst xmlns:a="http://schemas.openxmlformats.org/drawingml/2006/main">
              <a:ext uri="{FF2B5EF4-FFF2-40B4-BE49-F238E27FC236}">
                <a16:creationId xmlns:a16="http://schemas.microsoft.com/office/drawing/2014/main" id="{A53242D7-486C-40F1-B6FA-16A7A583766E}"/>
              </a:ext>
            </a:extLst>
          </p:cNvPr>
          <p:cNvSpPr>
            <a:spLocks xmlns:a="http://schemas.openxmlformats.org/drawingml/2006/main" noGrp="1"/>
          </p:cNvSpPr>
          <p:nvPr/>
        </p:nvSpPr>
        <p:spPr>
          <a:xfrm xmlns:a="http://schemas.openxmlformats.org/drawingml/2006/main">
            <a:off x="3181350" y="2667000"/>
            <a:ext cx="2190750" cy="12382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C2D44"/>
                </a:solidFill>
                <a:latin typeface="Arial"/>
                <a:ea typeface="Arial"/>
                <a:cs typeface="Arial"/>
              </a:defRPr>
            </a:defPPr>
            <a:lvl1pPr algn="ctr">
              <a:defRPr sz="1950" b="0">
                <a:solidFill>
                  <a:srgbClr val="1C2D44"/>
                </a:solidFill>
                <a:latin typeface="Arial"/>
                <a:ea typeface="Arial"/>
                <a:cs typeface="Arial"/>
              </a:defRPr>
            </a:lvl1pPr>
            <a:lvl2pPr algn="ctr">
              <a:defRPr sz="1950" b="0">
                <a:solidFill>
                  <a:srgbClr val="1C2D44"/>
                </a:solidFill>
                <a:latin typeface="Arial"/>
                <a:ea typeface="Arial"/>
                <a:cs typeface="Arial"/>
              </a:defRPr>
            </a:lvl2pPr>
            <a:lvl3pPr algn="ctr">
              <a:defRPr sz="1950" b="0">
                <a:solidFill>
                  <a:srgbClr val="1C2D44"/>
                </a:solidFill>
                <a:latin typeface="Arial"/>
                <a:ea typeface="Arial"/>
                <a:cs typeface="Arial"/>
              </a:defRPr>
            </a:lvl3pPr>
            <a:lvl4pPr algn="ctr">
              <a:defRPr sz="1950" b="0">
                <a:solidFill>
                  <a:srgbClr val="1C2D44"/>
                </a:solidFill>
                <a:latin typeface="Arial"/>
                <a:ea typeface="Arial"/>
                <a:cs typeface="Arial"/>
              </a:defRPr>
            </a:lvl4pPr>
            <a:lvl5pPr algn="ctr">
              <a:defRPr sz="1950" b="0">
                <a:solidFill>
                  <a:srgbClr val="1C2D44"/>
                </a:solidFill>
                <a:latin typeface="Arial"/>
                <a:ea typeface="Arial"/>
                <a:cs typeface="Arial"/>
              </a:defRPr>
            </a:lvl5pPr>
            <a:lvl6pPr algn="ctr">
              <a:defRPr sz="1950" b="0">
                <a:solidFill>
                  <a:srgbClr val="1C2D44"/>
                </a:solidFill>
                <a:latin typeface="Arial"/>
                <a:ea typeface="Arial"/>
                <a:cs typeface="Arial"/>
              </a:defRPr>
            </a:lvl6pPr>
            <a:lvl7pPr algn="ctr">
              <a:defRPr sz="1950" b="0">
                <a:solidFill>
                  <a:srgbClr val="1C2D44"/>
                </a:solidFill>
                <a:latin typeface="Arial"/>
                <a:ea typeface="Arial"/>
                <a:cs typeface="Arial"/>
              </a:defRPr>
            </a:lvl7pPr>
            <a:lvl8pPr algn="ctr">
              <a:defRPr sz="1950" b="0">
                <a:solidFill>
                  <a:srgbClr val="1C2D44"/>
                </a:solidFill>
                <a:latin typeface="Arial"/>
                <a:ea typeface="Arial"/>
                <a:cs typeface="Arial"/>
              </a:defRPr>
            </a:lvl8pPr>
            <a:lvl9pPr algn="ctr">
              <a:defRPr sz="1950" b="0">
                <a:solidFill>
                  <a:srgbClr val="1C2D44"/>
                </a:solidFill>
                <a:latin typeface="Arial"/>
                <a:ea typeface="Arial"/>
                <a:cs typeface="Arial"/>
              </a:defRPr>
            </a:lvl9pPr>
          </a:lstStyle>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Create snapshot</a:t>
            </a:r>
          </a:p>
        </p:txBody>
      </p:sp>
      <p:sp>
        <p:nvSpPr>
          <p:cNvPr id="8" name="Parse and analyze">
            <a:extLst xmlns:a="http://schemas.openxmlformats.org/drawingml/2006/main">
              <a:ext uri="{FF2B5EF4-FFF2-40B4-BE49-F238E27FC236}">
                <a16:creationId xmlns:a16="http://schemas.microsoft.com/office/drawing/2014/main" id="{32B6FAAB-2E4D-4EC7-905E-1656548F8648}"/>
              </a:ext>
            </a:extLst>
          </p:cNvPr>
          <p:cNvSpPr>
            <a:spLocks xmlns:a="http://schemas.openxmlformats.org/drawingml/2006/main" noGrp="1"/>
          </p:cNvSpPr>
          <p:nvPr/>
        </p:nvSpPr>
        <p:spPr>
          <a:xfrm xmlns:a="http://schemas.openxmlformats.org/drawingml/2006/main">
            <a:off x="5753100" y="2667000"/>
            <a:ext cx="2190750" cy="12382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C2D44"/>
                </a:solidFill>
                <a:latin typeface="Arial"/>
                <a:ea typeface="Arial"/>
                <a:cs typeface="Arial"/>
              </a:defRPr>
            </a:defPPr>
            <a:lvl1pPr algn="ctr">
              <a:defRPr sz="1950" b="0">
                <a:solidFill>
                  <a:srgbClr val="1C2D44"/>
                </a:solidFill>
                <a:latin typeface="Arial"/>
                <a:ea typeface="Arial"/>
                <a:cs typeface="Arial"/>
              </a:defRPr>
            </a:lvl1pPr>
            <a:lvl2pPr algn="ctr">
              <a:defRPr sz="1950" b="0">
                <a:solidFill>
                  <a:srgbClr val="1C2D44"/>
                </a:solidFill>
                <a:latin typeface="Arial"/>
                <a:ea typeface="Arial"/>
                <a:cs typeface="Arial"/>
              </a:defRPr>
            </a:lvl2pPr>
            <a:lvl3pPr algn="ctr">
              <a:defRPr sz="1950" b="0">
                <a:solidFill>
                  <a:srgbClr val="1C2D44"/>
                </a:solidFill>
                <a:latin typeface="Arial"/>
                <a:ea typeface="Arial"/>
                <a:cs typeface="Arial"/>
              </a:defRPr>
            </a:lvl3pPr>
            <a:lvl4pPr algn="ctr">
              <a:defRPr sz="1950" b="0">
                <a:solidFill>
                  <a:srgbClr val="1C2D44"/>
                </a:solidFill>
                <a:latin typeface="Arial"/>
                <a:ea typeface="Arial"/>
                <a:cs typeface="Arial"/>
              </a:defRPr>
            </a:lvl4pPr>
            <a:lvl5pPr algn="ctr">
              <a:defRPr sz="1950" b="0">
                <a:solidFill>
                  <a:srgbClr val="1C2D44"/>
                </a:solidFill>
                <a:latin typeface="Arial"/>
                <a:ea typeface="Arial"/>
                <a:cs typeface="Arial"/>
              </a:defRPr>
            </a:lvl5pPr>
            <a:lvl6pPr algn="ctr">
              <a:defRPr sz="1950" b="0">
                <a:solidFill>
                  <a:srgbClr val="1C2D44"/>
                </a:solidFill>
                <a:latin typeface="Arial"/>
                <a:ea typeface="Arial"/>
                <a:cs typeface="Arial"/>
              </a:defRPr>
            </a:lvl6pPr>
            <a:lvl7pPr algn="ctr">
              <a:defRPr sz="1950" b="0">
                <a:solidFill>
                  <a:srgbClr val="1C2D44"/>
                </a:solidFill>
                <a:latin typeface="Arial"/>
                <a:ea typeface="Arial"/>
                <a:cs typeface="Arial"/>
              </a:defRPr>
            </a:lvl7pPr>
            <a:lvl8pPr algn="ctr">
              <a:defRPr sz="1950" b="0">
                <a:solidFill>
                  <a:srgbClr val="1C2D44"/>
                </a:solidFill>
                <a:latin typeface="Arial"/>
                <a:ea typeface="Arial"/>
                <a:cs typeface="Arial"/>
              </a:defRPr>
            </a:lvl8pPr>
            <a:lvl9pPr algn="ctr">
              <a:defRPr sz="1950" b="0">
                <a:solidFill>
                  <a:srgbClr val="1C2D44"/>
                </a:solidFill>
                <a:latin typeface="Arial"/>
                <a:ea typeface="Arial"/>
                <a:cs typeface="Arial"/>
              </a:defRPr>
            </a:lvl9pPr>
          </a:lstStyle>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Parse and analyze</a:t>
            </a:r>
          </a:p>
        </p:txBody>
      </p:sp>
      <p:sp>
        <p:nvSpPr>
          <p:cNvPr id="9" name="Build search index">
            <a:extLst xmlns:a="http://schemas.openxmlformats.org/drawingml/2006/main">
              <a:ext uri="{FF2B5EF4-FFF2-40B4-BE49-F238E27FC236}">
                <a16:creationId xmlns:a16="http://schemas.microsoft.com/office/drawing/2014/main" id="{C6C77A50-6B84-4FE1-8DF9-EF55D16A3C33}"/>
              </a:ext>
            </a:extLst>
          </p:cNvPr>
          <p:cNvSpPr>
            <a:spLocks xmlns:a="http://schemas.openxmlformats.org/drawingml/2006/main" noGrp="1"/>
          </p:cNvSpPr>
          <p:nvPr/>
        </p:nvSpPr>
        <p:spPr>
          <a:xfrm xmlns:a="http://schemas.openxmlformats.org/drawingml/2006/main">
            <a:off x="8324850" y="2667000"/>
            <a:ext cx="2190750" cy="12382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C2D44"/>
                </a:solidFill>
                <a:latin typeface="Arial"/>
                <a:ea typeface="Arial"/>
                <a:cs typeface="Arial"/>
              </a:defRPr>
            </a:defPPr>
            <a:lvl1pPr algn="ctr">
              <a:defRPr sz="1950" b="0">
                <a:solidFill>
                  <a:srgbClr val="1C2D44"/>
                </a:solidFill>
                <a:latin typeface="Arial"/>
                <a:ea typeface="Arial"/>
                <a:cs typeface="Arial"/>
              </a:defRPr>
            </a:lvl1pPr>
            <a:lvl2pPr algn="ctr">
              <a:defRPr sz="1950" b="0">
                <a:solidFill>
                  <a:srgbClr val="1C2D44"/>
                </a:solidFill>
                <a:latin typeface="Arial"/>
                <a:ea typeface="Arial"/>
                <a:cs typeface="Arial"/>
              </a:defRPr>
            </a:lvl2pPr>
            <a:lvl3pPr algn="ctr">
              <a:defRPr sz="1950" b="0">
                <a:solidFill>
                  <a:srgbClr val="1C2D44"/>
                </a:solidFill>
                <a:latin typeface="Arial"/>
                <a:ea typeface="Arial"/>
                <a:cs typeface="Arial"/>
              </a:defRPr>
            </a:lvl3pPr>
            <a:lvl4pPr algn="ctr">
              <a:defRPr sz="1950" b="0">
                <a:solidFill>
                  <a:srgbClr val="1C2D44"/>
                </a:solidFill>
                <a:latin typeface="Arial"/>
                <a:ea typeface="Arial"/>
                <a:cs typeface="Arial"/>
              </a:defRPr>
            </a:lvl4pPr>
            <a:lvl5pPr algn="ctr">
              <a:defRPr sz="1950" b="0">
                <a:solidFill>
                  <a:srgbClr val="1C2D44"/>
                </a:solidFill>
                <a:latin typeface="Arial"/>
                <a:ea typeface="Arial"/>
                <a:cs typeface="Arial"/>
              </a:defRPr>
            </a:lvl5pPr>
            <a:lvl6pPr algn="ctr">
              <a:defRPr sz="1950" b="0">
                <a:solidFill>
                  <a:srgbClr val="1C2D44"/>
                </a:solidFill>
                <a:latin typeface="Arial"/>
                <a:ea typeface="Arial"/>
                <a:cs typeface="Arial"/>
              </a:defRPr>
            </a:lvl6pPr>
            <a:lvl7pPr algn="ctr">
              <a:defRPr sz="1950" b="0">
                <a:solidFill>
                  <a:srgbClr val="1C2D44"/>
                </a:solidFill>
                <a:latin typeface="Arial"/>
                <a:ea typeface="Arial"/>
                <a:cs typeface="Arial"/>
              </a:defRPr>
            </a:lvl7pPr>
            <a:lvl8pPr algn="ctr">
              <a:defRPr sz="1950" b="0">
                <a:solidFill>
                  <a:srgbClr val="1C2D44"/>
                </a:solidFill>
                <a:latin typeface="Arial"/>
                <a:ea typeface="Arial"/>
                <a:cs typeface="Arial"/>
              </a:defRPr>
            </a:lvl8pPr>
            <a:lvl9pPr algn="ctr">
              <a:defRPr sz="1950" b="0">
                <a:solidFill>
                  <a:srgbClr val="1C2D44"/>
                </a:solidFill>
                <a:latin typeface="Arial"/>
                <a:ea typeface="Arial"/>
                <a:cs typeface="Arial"/>
              </a:defRPr>
            </a:lvl9pPr>
          </a:lstStyle>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Build search index</a:t>
            </a:r>
          </a:p>
        </p:txBody>
      </p:sp>
      <p:sp>
        <p:nvSpPr>
          <p:cNvPr id="10" name="Explore and explain">
            <a:extLst xmlns:a="http://schemas.openxmlformats.org/drawingml/2006/main">
              <a:ext uri="{FF2B5EF4-FFF2-40B4-BE49-F238E27FC236}">
                <a16:creationId xmlns:a16="http://schemas.microsoft.com/office/drawing/2014/main" id="{A21E7126-D6C8-41CF-A524-015109AD7F15}"/>
              </a:ext>
            </a:extLst>
          </p:cNvPr>
          <p:cNvSpPr>
            <a:spLocks xmlns:a="http://schemas.openxmlformats.org/drawingml/2006/main" noGrp="1"/>
          </p:cNvSpPr>
          <p:nvPr/>
        </p:nvSpPr>
        <p:spPr>
          <a:xfrm xmlns:a="http://schemas.openxmlformats.org/drawingml/2006/main">
            <a:off x="10896600" y="2667000"/>
            <a:ext cx="2190750" cy="12382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C2D44"/>
                </a:solidFill>
                <a:latin typeface="Arial"/>
                <a:ea typeface="Arial"/>
                <a:cs typeface="Arial"/>
              </a:defRPr>
            </a:defPPr>
            <a:lvl1pPr algn="ctr">
              <a:defRPr sz="1950" b="0">
                <a:solidFill>
                  <a:srgbClr val="1C2D44"/>
                </a:solidFill>
                <a:latin typeface="Arial"/>
                <a:ea typeface="Arial"/>
                <a:cs typeface="Arial"/>
              </a:defRPr>
            </a:lvl1pPr>
            <a:lvl2pPr algn="ctr">
              <a:defRPr sz="1950" b="0">
                <a:solidFill>
                  <a:srgbClr val="1C2D44"/>
                </a:solidFill>
                <a:latin typeface="Arial"/>
                <a:ea typeface="Arial"/>
                <a:cs typeface="Arial"/>
              </a:defRPr>
            </a:lvl2pPr>
            <a:lvl3pPr algn="ctr">
              <a:defRPr sz="1950" b="0">
                <a:solidFill>
                  <a:srgbClr val="1C2D44"/>
                </a:solidFill>
                <a:latin typeface="Arial"/>
                <a:ea typeface="Arial"/>
                <a:cs typeface="Arial"/>
              </a:defRPr>
            </a:lvl3pPr>
            <a:lvl4pPr algn="ctr">
              <a:defRPr sz="1950" b="0">
                <a:solidFill>
                  <a:srgbClr val="1C2D44"/>
                </a:solidFill>
                <a:latin typeface="Arial"/>
                <a:ea typeface="Arial"/>
                <a:cs typeface="Arial"/>
              </a:defRPr>
            </a:lvl4pPr>
            <a:lvl5pPr algn="ctr">
              <a:defRPr sz="1950" b="0">
                <a:solidFill>
                  <a:srgbClr val="1C2D44"/>
                </a:solidFill>
                <a:latin typeface="Arial"/>
                <a:ea typeface="Arial"/>
                <a:cs typeface="Arial"/>
              </a:defRPr>
            </a:lvl5pPr>
            <a:lvl6pPr algn="ctr">
              <a:defRPr sz="1950" b="0">
                <a:solidFill>
                  <a:srgbClr val="1C2D44"/>
                </a:solidFill>
                <a:latin typeface="Arial"/>
                <a:ea typeface="Arial"/>
                <a:cs typeface="Arial"/>
              </a:defRPr>
            </a:lvl6pPr>
            <a:lvl7pPr algn="ctr">
              <a:defRPr sz="1950" b="0">
                <a:solidFill>
                  <a:srgbClr val="1C2D44"/>
                </a:solidFill>
                <a:latin typeface="Arial"/>
                <a:ea typeface="Arial"/>
                <a:cs typeface="Arial"/>
              </a:defRPr>
            </a:lvl7pPr>
            <a:lvl8pPr algn="ctr">
              <a:defRPr sz="1950" b="0">
                <a:solidFill>
                  <a:srgbClr val="1C2D44"/>
                </a:solidFill>
                <a:latin typeface="Arial"/>
                <a:ea typeface="Arial"/>
                <a:cs typeface="Arial"/>
              </a:defRPr>
            </a:lvl8pPr>
            <a:lvl9pPr algn="ctr">
              <a:defRPr sz="1950" b="0">
                <a:solidFill>
                  <a:srgbClr val="1C2D44"/>
                </a:solidFill>
                <a:latin typeface="Arial"/>
                <a:ea typeface="Arial"/>
                <a:cs typeface="Arial"/>
              </a:defRPr>
            </a:lvl9pPr>
          </a:lstStyle>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Explore and explain</a:t>
            </a:r>
          </a:p>
        </p:txBody>
      </p:sp>
      <p:sp>
        <p:nvSpPr>
          <p:cNvPr id="15" name="">
            <a:extLst xmlns:a="http://schemas.openxmlformats.org/drawingml/2006/main">
              <a:ext uri="{FF2B5EF4-FFF2-40B4-BE49-F238E27FC236}">
                <a16:creationId xmlns:a16="http://schemas.microsoft.com/office/drawing/2014/main" id="{D74DB3AB-EF30-4A3F-9E71-9DE2E8B84210}"/>
              </a:ext>
            </a:extLst>
          </p:cNvPr>
          <p:cNvSpPr>
            <a:spLocks xmlns:a="http://schemas.openxmlformats.org/drawingml/2006/main" noGrp="1"/>
          </p:cNvSpPr>
          <p:nvPr/>
        </p:nvSpPr>
        <p:spPr>
          <a:xfrm xmlns:a="http://schemas.openxmlformats.org/drawingml/2006/main">
            <a:off x="619125" y="19526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2657A"/>
                </a:solidFill>
                <a:latin typeface="Arial"/>
                <a:ea typeface="Arial"/>
                <a:cs typeface="Arial"/>
              </a:defRPr>
            </a:defPPr>
            <a:lvl1pPr algn="l">
              <a:defRPr sz="1800" b="0">
                <a:solidFill>
                  <a:srgbClr val="52657A"/>
                </a:solidFill>
                <a:latin typeface="Arial"/>
                <a:ea typeface="Arial"/>
                <a:cs typeface="Arial"/>
              </a:defRPr>
            </a:lvl1pPr>
            <a:lvl2pPr algn="l">
              <a:defRPr sz="1800" b="0">
                <a:solidFill>
                  <a:srgbClr val="52657A"/>
                </a:solidFill>
                <a:latin typeface="Arial"/>
                <a:ea typeface="Arial"/>
                <a:cs typeface="Arial"/>
              </a:defRPr>
            </a:lvl2pPr>
            <a:lvl3pPr algn="l">
              <a:defRPr sz="1800" b="0">
                <a:solidFill>
                  <a:srgbClr val="52657A"/>
                </a:solidFill>
                <a:latin typeface="Arial"/>
                <a:ea typeface="Arial"/>
                <a:cs typeface="Arial"/>
              </a:defRPr>
            </a:lvl3pPr>
            <a:lvl4pPr algn="l">
              <a:defRPr sz="1800" b="0">
                <a:solidFill>
                  <a:srgbClr val="52657A"/>
                </a:solidFill>
                <a:latin typeface="Arial"/>
                <a:ea typeface="Arial"/>
                <a:cs typeface="Arial"/>
              </a:defRPr>
            </a:lvl4pPr>
            <a:lvl5pPr algn="l">
              <a:defRPr sz="1800" b="0">
                <a:solidFill>
                  <a:srgbClr val="52657A"/>
                </a:solidFill>
                <a:latin typeface="Arial"/>
                <a:ea typeface="Arial"/>
                <a:cs typeface="Arial"/>
              </a:defRPr>
            </a:lvl5pPr>
            <a:lvl6pPr algn="l">
              <a:defRPr sz="1800" b="0">
                <a:solidFill>
                  <a:srgbClr val="52657A"/>
                </a:solidFill>
                <a:latin typeface="Arial"/>
                <a:ea typeface="Arial"/>
                <a:cs typeface="Arial"/>
              </a:defRPr>
            </a:lvl6pPr>
            <a:lvl7pPr algn="l">
              <a:defRPr sz="1800" b="0">
                <a:solidFill>
                  <a:srgbClr val="52657A"/>
                </a:solidFill>
                <a:latin typeface="Arial"/>
                <a:ea typeface="Arial"/>
                <a:cs typeface="Arial"/>
              </a:defRPr>
            </a:lvl7pPr>
            <a:lvl8pPr algn="l">
              <a:defRPr sz="1800" b="0">
                <a:solidFill>
                  <a:srgbClr val="52657A"/>
                </a:solidFill>
                <a:latin typeface="Arial"/>
                <a:ea typeface="Arial"/>
                <a:cs typeface="Arial"/>
              </a:defRPr>
            </a:lvl8pPr>
            <a:lvl9pPr algn="l">
              <a:defRPr sz="1800" b="0">
                <a:solidFill>
                  <a:srgbClr val="52657A"/>
                </a:solidFill>
                <a:latin typeface="Arial"/>
                <a:ea typeface="Arial"/>
                <a:cs typeface="Arial"/>
              </a:defRPr>
            </a:lvl9pPr>
          </a:lstStyle>
          <a:p xmlns:a="http://schemas.openxmlformats.org/drawingml/2006/main">
            <a:pPr algn="l">
              <a:defRPr sz="1800" b="0">
                <a:solidFill>
                  <a:srgbClr val="52657A"/>
                </a:solidFill>
                <a:latin typeface="Arial"/>
                <a:ea typeface="Arial"/>
                <a:cs typeface="Arial"/>
              </a:defRPr>
            </a:pPr>
            <a:r>
              <a:rPr sz="1800" b="0">
                <a:solidFill>
                  <a:srgbClr val="52657A"/>
                </a:solidFill>
                <a:latin typeface="Arial"/>
                <a:ea typeface="Arial"/>
                <a:cs typeface="Arial"/>
              </a:rPr>
              <a:t>Folder, ZIP, or demo</a:t>
            </a:r>
          </a:p>
        </p:txBody>
      </p:sp>
      <p:sp>
        <p:nvSpPr>
          <p:cNvPr id="16" name="">
            <a:extLst xmlns:a="http://schemas.openxmlformats.org/drawingml/2006/main">
              <a:ext uri="{FF2B5EF4-FFF2-40B4-BE49-F238E27FC236}">
                <a16:creationId xmlns:a16="http://schemas.microsoft.com/office/drawing/2014/main" id="{7AFDDAD2-29C0-44D7-94B2-EE851D990EF8}"/>
              </a:ext>
            </a:extLst>
          </p:cNvPr>
          <p:cNvSpPr>
            <a:spLocks xmlns:a="http://schemas.openxmlformats.org/drawingml/2006/main" noGrp="1"/>
          </p:cNvSpPr>
          <p:nvPr/>
        </p:nvSpPr>
        <p:spPr>
          <a:xfrm xmlns:a="http://schemas.openxmlformats.org/drawingml/2006/main">
            <a:off x="619125" y="4619625"/>
            <a:ext cx="1228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4233B"/>
                </a:solidFill>
                <a:latin typeface="Arial"/>
                <a:ea typeface="Arial"/>
                <a:cs typeface="Arial"/>
              </a:defRPr>
            </a:defPPr>
            <a:lvl1pPr algn="l">
              <a:defRPr sz="2250" b="1">
                <a:solidFill>
                  <a:srgbClr val="14233B"/>
                </a:solidFill>
                <a:latin typeface="Arial"/>
                <a:ea typeface="Arial"/>
                <a:cs typeface="Arial"/>
              </a:defRPr>
            </a:lvl1pPr>
            <a:lvl2pPr algn="l">
              <a:defRPr sz="2250" b="1">
                <a:solidFill>
                  <a:srgbClr val="14233B"/>
                </a:solidFill>
                <a:latin typeface="Arial"/>
                <a:ea typeface="Arial"/>
                <a:cs typeface="Arial"/>
              </a:defRPr>
            </a:lvl2pPr>
            <a:lvl3pPr algn="l">
              <a:defRPr sz="2250" b="1">
                <a:solidFill>
                  <a:srgbClr val="14233B"/>
                </a:solidFill>
                <a:latin typeface="Arial"/>
                <a:ea typeface="Arial"/>
                <a:cs typeface="Arial"/>
              </a:defRPr>
            </a:lvl3pPr>
            <a:lvl4pPr algn="l">
              <a:defRPr sz="2250" b="1">
                <a:solidFill>
                  <a:srgbClr val="14233B"/>
                </a:solidFill>
                <a:latin typeface="Arial"/>
                <a:ea typeface="Arial"/>
                <a:cs typeface="Arial"/>
              </a:defRPr>
            </a:lvl4pPr>
            <a:lvl5pPr algn="l">
              <a:defRPr sz="2250" b="1">
                <a:solidFill>
                  <a:srgbClr val="14233B"/>
                </a:solidFill>
                <a:latin typeface="Arial"/>
                <a:ea typeface="Arial"/>
                <a:cs typeface="Arial"/>
              </a:defRPr>
            </a:lvl5pPr>
            <a:lvl6pPr algn="l">
              <a:defRPr sz="2250" b="1">
                <a:solidFill>
                  <a:srgbClr val="14233B"/>
                </a:solidFill>
                <a:latin typeface="Arial"/>
                <a:ea typeface="Arial"/>
                <a:cs typeface="Arial"/>
              </a:defRPr>
            </a:lvl6pPr>
            <a:lvl7pPr algn="l">
              <a:defRPr sz="2250" b="1">
                <a:solidFill>
                  <a:srgbClr val="14233B"/>
                </a:solidFill>
                <a:latin typeface="Arial"/>
                <a:ea typeface="Arial"/>
                <a:cs typeface="Arial"/>
              </a:defRPr>
            </a:lvl7pPr>
            <a:lvl8pPr algn="l">
              <a:defRPr sz="2250" b="1">
                <a:solidFill>
                  <a:srgbClr val="14233B"/>
                </a:solidFill>
                <a:latin typeface="Arial"/>
                <a:ea typeface="Arial"/>
                <a:cs typeface="Arial"/>
              </a:defRPr>
            </a:lvl8pPr>
            <a:lvl9pPr algn="l">
              <a:defRPr sz="2250" b="1">
                <a:solidFill>
                  <a:srgbClr val="14233B"/>
                </a:solidFill>
                <a:latin typeface="Arial"/>
                <a:ea typeface="Arial"/>
                <a:cs typeface="Arial"/>
              </a:defRPr>
            </a:lvl9pPr>
          </a:lstStyle>
          <a:p xmlns:a="http://schemas.openxmlformats.org/drawingml/2006/main">
            <a:pPr algn="l">
              <a:defRPr sz="2250" b="1">
                <a:solidFill>
                  <a:srgbClr val="14233B"/>
                </a:solidFill>
                <a:latin typeface="Arial"/>
                <a:ea typeface="Arial"/>
                <a:cs typeface="Arial"/>
              </a:defRPr>
            </a:pPr>
            <a:r>
              <a:rPr sz="2250" b="1">
                <a:solidFill>
                  <a:srgbClr val="14233B"/>
                </a:solidFill>
                <a:latin typeface="Arial"/>
                <a:ea typeface="Arial"/>
                <a:cs typeface="Arial"/>
              </a:rPr>
              <a:t>Static reports and source evidence remain available when generation is unavailable.</a:t>
            </a:r>
          </a:p>
        </p:txBody>
      </p:sp>
    </p:spTree>
    <p:extLst>
      <p:ext uri="{BB962C8B-B14F-4D97-AF65-F5344CB8AC3E}">
        <p14:creationId xmlns:p14="http://schemas.microsoft.com/office/powerpoint/2010/main" val="926187820"/>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674DBBE8-7971-4F9C-8695-58068BCE5932}"/>
              </a:ext>
            </a:extLst>
          </p:cNvPr>
          <p:cNvCxnSpPr>
            <a:stCxn xmlns:a="http://schemas.openxmlformats.org/drawingml/2006/main" id="9" idx="2"/>
            <a:endCxn xmlns:a="http://schemas.openxmlformats.org/drawingml/2006/main" id="10" idx="0"/>
          </p:cNvCxnSpPr>
          <p:nvPr/>
        </p:nvCxnSpPr>
        <p:spPr>
          <a:xfrm xmlns:a="http://schemas.openxmlformats.org/drawingml/2006/main">
            <a:off x="8810625" y="4238625"/>
            <a:ext cx="0" cy="57150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B2572E5B-443F-4870-8CA5-1AAC895AC2FA}"/>
              </a:ext>
            </a:extLst>
          </p:cNvPr>
          <p:cNvCxnSpPr>
            <a:stCxn xmlns:a="http://schemas.openxmlformats.org/drawingml/2006/main" id="7" idx="3"/>
            <a:endCxn xmlns:a="http://schemas.openxmlformats.org/drawingml/2006/main" id="9" idx="1"/>
          </p:cNvCxnSpPr>
          <p:nvPr/>
        </p:nvCxnSpPr>
        <p:spPr>
          <a:xfrm xmlns:a="http://schemas.openxmlformats.org/drawingml/2006/main">
            <a:off x="6524625" y="3714750"/>
            <a:ext cx="1000125"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492D8B32-AC27-45A2-AB1E-A5827E610480}"/>
              </a:ext>
            </a:extLst>
          </p:cNvPr>
          <p:cNvCxnSpPr>
            <a:stCxn xmlns:a="http://schemas.openxmlformats.org/drawingml/2006/main" id="6" idx="3"/>
            <a:endCxn xmlns:a="http://schemas.openxmlformats.org/drawingml/2006/main" id="7" idx="1"/>
          </p:cNvCxnSpPr>
          <p:nvPr/>
        </p:nvCxnSpPr>
        <p:spPr>
          <a:xfrm xmlns:a="http://schemas.openxmlformats.org/drawingml/2006/main">
            <a:off x="3190875" y="3714750"/>
            <a:ext cx="7620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sp>
        <p:nvSpPr>
          <p:cNvPr id="34" name="">
            <a:extLst xmlns:a="http://schemas.openxmlformats.org/drawingml/2006/main">
              <a:ext uri="{FF2B5EF4-FFF2-40B4-BE49-F238E27FC236}">
                <a16:creationId xmlns:a16="http://schemas.microsoft.com/office/drawing/2014/main" id="{0BD1AF41-16A7-4D90-9A1E-3A8B6DBB2AD7}"/>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System architecture</a:t>
            </a:r>
          </a:p>
        </p:txBody>
      </p:sp>
      <p:sp>
        <p:nvSpPr>
          <p:cNvPr id="2" name="">
            <a:extLst xmlns:a="http://schemas.openxmlformats.org/drawingml/2006/main">
              <a:ext uri="{FF2B5EF4-FFF2-40B4-BE49-F238E27FC236}">
                <a16:creationId xmlns:a16="http://schemas.microsoft.com/office/drawing/2014/main" id="{C4F56457-4297-490C-8D06-D5727851C6A4}"/>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3A3F7D98-A202-40BF-AB3D-74A75BADA20C}"/>
              </a:ext>
            </a:extLst>
          </p:cNvPr>
          <p:cNvPicPr>
            <a:picLocks xmlns:a="http://schemas.openxmlformats.org/drawingml/2006/main" noChangeAspect="1"/>
          </p:cNvPicPr>
          <p:nvPr/>
        </p:nvPicPr>
        <p:blipFill>
          <a:blip xmlns:r="http://schemas.openxmlformats.org/officeDocument/2006/relationships" xmlns:a="http://schemas.openxmlformats.org/drawingml/2006/main" r:embed="R64ff9fb9470649ec"/>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2D15E4-DE9C-4A0E-B84D-11F3CB3B55CE}"/>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D3A78466-7A06-4135-ADC5-AE11027CC4FE}"/>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09</a:t>
            </a:r>
          </a:p>
        </p:txBody>
      </p:sp>
      <p:sp>
        <p:nvSpPr>
          <p:cNvPr id="6" name="React interface Browser on this computer">
            <a:extLst xmlns:a="http://schemas.openxmlformats.org/drawingml/2006/main">
              <a:ext uri="{FF2B5EF4-FFF2-40B4-BE49-F238E27FC236}">
                <a16:creationId xmlns:a16="http://schemas.microsoft.com/office/drawing/2014/main" id="{6C38DDDF-6258-4FE7-998D-86F0FFEFF583}"/>
              </a:ext>
            </a:extLst>
          </p:cNvPr>
          <p:cNvSpPr>
            <a:spLocks xmlns:a="http://schemas.openxmlformats.org/drawingml/2006/main" noGrp="1"/>
          </p:cNvSpPr>
          <p:nvPr/>
        </p:nvSpPr>
        <p:spPr>
          <a:xfrm xmlns:a="http://schemas.openxmlformats.org/drawingml/2006/main">
            <a:off x="619125" y="3095625"/>
            <a:ext cx="2571750" cy="12382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React interface</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Browser on this computer</a:t>
            </a:r>
          </a:p>
        </p:txBody>
      </p:sp>
      <p:sp>
        <p:nvSpPr>
          <p:cNvPr id="7" name="FastAPI ProjectService">
            <a:extLst xmlns:a="http://schemas.openxmlformats.org/drawingml/2006/main">
              <a:ext uri="{FF2B5EF4-FFF2-40B4-BE49-F238E27FC236}">
                <a16:creationId xmlns:a16="http://schemas.microsoft.com/office/drawing/2014/main" id="{A8882E9E-153C-4244-8B52-4938F77EDD8F}"/>
              </a:ext>
            </a:extLst>
          </p:cNvPr>
          <p:cNvSpPr>
            <a:spLocks xmlns:a="http://schemas.openxmlformats.org/drawingml/2006/main" noGrp="1"/>
          </p:cNvSpPr>
          <p:nvPr/>
        </p:nvSpPr>
        <p:spPr>
          <a:xfrm xmlns:a="http://schemas.openxmlformats.org/drawingml/2006/main">
            <a:off x="3952875" y="3095625"/>
            <a:ext cx="2571750" cy="1238250"/>
          </a:xfrm>
          <a:prstGeom xmlns:a="http://schemas.openxmlformats.org/drawingml/2006/main" prst="rect">
            <a:avLst/>
          </a:prstGeom>
          <a:solidFill xmlns:a="http://schemas.openxmlformats.org/drawingml/2006/main">
            <a:srgbClr val="E9EFF7"/>
          </a:solidFill>
          <a:ln xmlns:a="http://schemas.openxmlformats.org/drawingml/2006/main" w="19050">
            <a:solidFill>
              <a:srgbClr val="14233B"/>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FastAPI</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ProjectService</a:t>
            </a:r>
          </a:p>
        </p:txBody>
      </p:sp>
      <p:sp>
        <p:nvSpPr>
          <p:cNvPr id="8" name="Python AST Graphs and metrics">
            <a:extLst xmlns:a="http://schemas.openxmlformats.org/drawingml/2006/main">
              <a:ext uri="{FF2B5EF4-FFF2-40B4-BE49-F238E27FC236}">
                <a16:creationId xmlns:a16="http://schemas.microsoft.com/office/drawing/2014/main" id="{E5D010DC-B945-4EE4-948D-2428F7AAD44E}"/>
              </a:ext>
            </a:extLst>
          </p:cNvPr>
          <p:cNvSpPr>
            <a:spLocks xmlns:a="http://schemas.openxmlformats.org/drawingml/2006/main" noGrp="1"/>
          </p:cNvSpPr>
          <p:nvPr/>
        </p:nvSpPr>
        <p:spPr>
          <a:xfrm xmlns:a="http://schemas.openxmlformats.org/drawingml/2006/main">
            <a:off x="7524750" y="1571625"/>
            <a:ext cx="2571750" cy="10477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Python AST</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Graphs and metrics</a:t>
            </a:r>
          </a:p>
        </p:txBody>
      </p:sp>
      <p:sp>
        <p:nvSpPr>
          <p:cNvPr id="9" name="BGE retrieval NumPy vectors">
            <a:extLst xmlns:a="http://schemas.openxmlformats.org/drawingml/2006/main">
              <a:ext uri="{FF2B5EF4-FFF2-40B4-BE49-F238E27FC236}">
                <a16:creationId xmlns:a16="http://schemas.microsoft.com/office/drawing/2014/main" id="{4278AE68-B63C-4215-A41D-ADB1226A79DF}"/>
              </a:ext>
            </a:extLst>
          </p:cNvPr>
          <p:cNvSpPr>
            <a:spLocks xmlns:a="http://schemas.openxmlformats.org/drawingml/2006/main" noGrp="1"/>
          </p:cNvSpPr>
          <p:nvPr/>
        </p:nvSpPr>
        <p:spPr>
          <a:xfrm xmlns:a="http://schemas.openxmlformats.org/drawingml/2006/main">
            <a:off x="7524750" y="3190875"/>
            <a:ext cx="2571750" cy="10477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BGE retrieval</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NumPy vectors</a:t>
            </a:r>
          </a:p>
        </p:txBody>
      </p:sp>
      <p:sp>
        <p:nvSpPr>
          <p:cNvPr id="10" name="Local Qwen llama.cpp">
            <a:extLst xmlns:a="http://schemas.openxmlformats.org/drawingml/2006/main">
              <a:ext uri="{FF2B5EF4-FFF2-40B4-BE49-F238E27FC236}">
                <a16:creationId xmlns:a16="http://schemas.microsoft.com/office/drawing/2014/main" id="{9B39F244-EE56-4DAB-BF53-751828B6332C}"/>
              </a:ext>
            </a:extLst>
          </p:cNvPr>
          <p:cNvSpPr>
            <a:spLocks xmlns:a="http://schemas.openxmlformats.org/drawingml/2006/main" noGrp="1"/>
          </p:cNvSpPr>
          <p:nvPr/>
        </p:nvSpPr>
        <p:spPr>
          <a:xfrm xmlns:a="http://schemas.openxmlformats.org/drawingml/2006/main">
            <a:off x="7524750" y="4810125"/>
            <a:ext cx="2571750" cy="1047750"/>
          </a:xfrm>
          <a:prstGeom xmlns:a="http://schemas.openxmlformats.org/drawingml/2006/main" prst="rect">
            <a:avLst/>
          </a:prstGeom>
          <a:solidFill xmlns:a="http://schemas.openxmlformats.org/drawingml/2006/main">
            <a:srgbClr val="FFF1E4"/>
          </a:solidFill>
          <a:ln xmlns:a="http://schemas.openxmlformats.org/drawingml/2006/main" w="19050">
            <a:solidFill>
              <a:srgbClr val="D97927"/>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Local Qwen</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llama.cpp</a:t>
            </a:r>
          </a:p>
        </p:txBody>
      </p:sp>
      <p:sp>
        <p:nvSpPr>
          <p:cNvPr id="11" name="SQLite Projects and notes">
            <a:extLst xmlns:a="http://schemas.openxmlformats.org/drawingml/2006/main">
              <a:ext uri="{FF2B5EF4-FFF2-40B4-BE49-F238E27FC236}">
                <a16:creationId xmlns:a16="http://schemas.microsoft.com/office/drawing/2014/main" id="{008FE962-6EA6-4542-98E3-53ADD222C89C}"/>
              </a:ext>
            </a:extLst>
          </p:cNvPr>
          <p:cNvSpPr>
            <a:spLocks xmlns:a="http://schemas.openxmlformats.org/drawingml/2006/main" noGrp="1"/>
          </p:cNvSpPr>
          <p:nvPr/>
        </p:nvSpPr>
        <p:spPr>
          <a:xfrm xmlns:a="http://schemas.openxmlformats.org/drawingml/2006/main">
            <a:off x="10953750" y="1571625"/>
            <a:ext cx="2095500" cy="1047750"/>
          </a:xfrm>
          <a:prstGeom xmlns:a="http://schemas.openxmlformats.org/drawingml/2006/main" prst="can">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SQLite</a:t>
            </a:r>
          </a:p>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Projects and notes</a:t>
            </a:r>
          </a:p>
        </p:txBody>
      </p:sp>
      <p:sp>
        <p:nvSpPr>
          <p:cNvPr id="12" name="Source snapshots Reports and index">
            <a:extLst xmlns:a="http://schemas.openxmlformats.org/drawingml/2006/main">
              <a:ext uri="{FF2B5EF4-FFF2-40B4-BE49-F238E27FC236}">
                <a16:creationId xmlns:a16="http://schemas.microsoft.com/office/drawing/2014/main" id="{4D84BAD5-E09A-40FB-A5EB-1350C6EBF87F}"/>
              </a:ext>
            </a:extLst>
          </p:cNvPr>
          <p:cNvSpPr>
            <a:spLocks xmlns:a="http://schemas.openxmlformats.org/drawingml/2006/main" noGrp="1"/>
          </p:cNvSpPr>
          <p:nvPr/>
        </p:nvSpPr>
        <p:spPr>
          <a:xfrm xmlns:a="http://schemas.openxmlformats.org/drawingml/2006/main">
            <a:off x="10953750" y="4000500"/>
            <a:ext cx="2095500" cy="1285875"/>
          </a:xfrm>
          <a:prstGeom xmlns:a="http://schemas.openxmlformats.org/drawingml/2006/main" prst="can">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Source snapshots</a:t>
            </a:r>
          </a:p>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Reports and index</a:t>
            </a:r>
          </a:p>
        </p:txBody>
      </p:sp>
      <p:sp>
        <p:nvSpPr>
          <p:cNvPr id="14" name="">
            <a:extLst xmlns:a="http://schemas.openxmlformats.org/drawingml/2006/main">
              <a:ext uri="{FF2B5EF4-FFF2-40B4-BE49-F238E27FC236}">
                <a16:creationId xmlns:a16="http://schemas.microsoft.com/office/drawing/2014/main" id="{95B9D36F-5302-4B94-B089-45FC36241550}"/>
              </a:ext>
            </a:extLst>
          </p:cNvPr>
          <p:cNvSpPr>
            <a:spLocks xmlns:a="http://schemas.openxmlformats.org/drawingml/2006/main" noGrp="1"/>
          </p:cNvSpPr>
          <p:nvPr/>
        </p:nvSpPr>
        <p:spPr>
          <a:xfrm xmlns:a="http://schemas.openxmlformats.org/drawingml/2006/main">
            <a:off x="3095625" y="2667000"/>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HTTP</a:t>
            </a:r>
          </a:p>
        </p:txBody>
      </p:sp>
      <p:cxnSp>
        <p:nvCxnSpPr>
          <p:cNvPr id="15" name="">
            <a:extLst xmlns:a="http://schemas.openxmlformats.org/drawingml/2006/main">
              <a:ext uri="{FF2B5EF4-FFF2-40B4-BE49-F238E27FC236}">
                <a16:creationId xmlns:a16="http://schemas.microsoft.com/office/drawing/2014/main" id="{C3D8CC5E-52C0-4C27-8686-997C3E09080C}"/>
              </a:ext>
            </a:extLst>
          </p:cNvPr>
          <p:cNvCxnSpPr/>
          <p:nvPr/>
        </p:nvCxnSpPr>
        <p:spPr>
          <a:xfrm xmlns:a="http://schemas.openxmlformats.org/drawingml/2006/main">
            <a:off x="6524625" y="3714750"/>
            <a:ext cx="476250" cy="0"/>
          </a:xfrm>
          <a:prstGeom xmlns:a="http://schemas.openxmlformats.org/drawingml/2006/main" prst="straightConnector1">
            <a:avLst/>
          </a:prstGeom>
          <a:ln xmlns:a="http://schemas.openxmlformats.org/drawingml/2006/main" w="19050">
            <a:solidFill>
              <a:srgbClr val="52657A"/>
            </a:solidFill>
          </a:ln>
        </p:spPr>
      </p:cxnSp>
      <p:cxnSp>
        <p:nvCxnSpPr>
          <p:cNvPr id="16" name="">
            <a:extLst xmlns:a="http://schemas.openxmlformats.org/drawingml/2006/main">
              <a:ext uri="{FF2B5EF4-FFF2-40B4-BE49-F238E27FC236}">
                <a16:creationId xmlns:a16="http://schemas.microsoft.com/office/drawing/2014/main" id="{E98FAE84-6D2E-4021-AEED-20B6E7E791E5}"/>
              </a:ext>
            </a:extLst>
          </p:cNvPr>
          <p:cNvCxnSpPr/>
          <p:nvPr/>
        </p:nvCxnSpPr>
        <p:spPr>
          <a:xfrm xmlns:a="http://schemas.openxmlformats.org/drawingml/2006/main">
            <a:off x="7000875" y="2095500"/>
            <a:ext cx="0" cy="1619250"/>
          </a:xfrm>
          <a:prstGeom xmlns:a="http://schemas.openxmlformats.org/drawingml/2006/main" prst="straightConnector1">
            <a:avLst/>
          </a:prstGeom>
          <a:ln xmlns:a="http://schemas.openxmlformats.org/drawingml/2006/main" w="19050">
            <a:solidFill>
              <a:srgbClr val="52657A"/>
            </a:solidFill>
          </a:ln>
        </p:spPr>
      </p:cxnSp>
      <p:cxnSp>
        <p:nvCxnSpPr>
          <p:cNvPr id="17" name="">
            <a:extLst xmlns:a="http://schemas.openxmlformats.org/drawingml/2006/main">
              <a:ext uri="{FF2B5EF4-FFF2-40B4-BE49-F238E27FC236}">
                <a16:creationId xmlns:a16="http://schemas.microsoft.com/office/drawing/2014/main" id="{42511992-C321-4549-922C-175BFC9B32DF}"/>
              </a:ext>
            </a:extLst>
          </p:cNvPr>
          <p:cNvCxnSpPr/>
          <p:nvPr/>
        </p:nvCxnSpPr>
        <p:spPr>
          <a:xfrm xmlns:a="http://schemas.openxmlformats.org/drawingml/2006/main">
            <a:off x="7000875" y="2095500"/>
            <a:ext cx="523875" cy="0"/>
          </a:xfrm>
          <a:prstGeom xmlns:a="http://schemas.openxmlformats.org/drawingml/2006/main" prst="straightConnector1">
            <a:avLst/>
          </a:prstGeom>
          <a:ln xmlns:a="http://schemas.openxmlformats.org/drawingml/2006/main" w="19050">
            <a:solidFill>
              <a:srgbClr val="52657A"/>
            </a:solidFill>
            <a:tailEnd type="triangle" w="med" len="med"/>
          </a:ln>
        </p:spPr>
      </p:cxnSp>
      <p:cxnSp>
        <p:nvCxnSpPr>
          <p:cNvPr id="19" name="">
            <a:extLst xmlns:a="http://schemas.openxmlformats.org/drawingml/2006/main">
              <a:ext uri="{FF2B5EF4-FFF2-40B4-BE49-F238E27FC236}">
                <a16:creationId xmlns:a16="http://schemas.microsoft.com/office/drawing/2014/main" id="{21B475C3-33B7-4715-9CF3-D1928AEBB238}"/>
              </a:ext>
            </a:extLst>
          </p:cNvPr>
          <p:cNvCxnSpPr/>
          <p:nvPr/>
        </p:nvCxnSpPr>
        <p:spPr>
          <a:xfrm xmlns:a="http://schemas.openxmlformats.org/drawingml/2006/main">
            <a:off x="6524625" y="3714750"/>
            <a:ext cx="476250" cy="0"/>
          </a:xfrm>
          <a:prstGeom xmlns:a="http://schemas.openxmlformats.org/drawingml/2006/main" prst="straightConnector1">
            <a:avLst/>
          </a:prstGeom>
          <a:ln xmlns:a="http://schemas.openxmlformats.org/drawingml/2006/main" w="19050">
            <a:solidFill>
              <a:srgbClr val="52657A"/>
            </a:solidFill>
          </a:ln>
        </p:spPr>
      </p:cxnSp>
      <p:cxnSp>
        <p:nvCxnSpPr>
          <p:cNvPr id="20" name="">
            <a:extLst xmlns:a="http://schemas.openxmlformats.org/drawingml/2006/main">
              <a:ext uri="{FF2B5EF4-FFF2-40B4-BE49-F238E27FC236}">
                <a16:creationId xmlns:a16="http://schemas.microsoft.com/office/drawing/2014/main" id="{0A6C1394-609A-47FB-A4CE-56C9CF10A515}"/>
              </a:ext>
            </a:extLst>
          </p:cNvPr>
          <p:cNvCxnSpPr/>
          <p:nvPr/>
        </p:nvCxnSpPr>
        <p:spPr>
          <a:xfrm xmlns:a="http://schemas.openxmlformats.org/drawingml/2006/main">
            <a:off x="7000875" y="3714750"/>
            <a:ext cx="0" cy="1619250"/>
          </a:xfrm>
          <a:prstGeom xmlns:a="http://schemas.openxmlformats.org/drawingml/2006/main" prst="straightConnector1">
            <a:avLst/>
          </a:prstGeom>
          <a:ln xmlns:a="http://schemas.openxmlformats.org/drawingml/2006/main" w="19050">
            <a:solidFill>
              <a:srgbClr val="52657A"/>
            </a:solidFill>
          </a:ln>
        </p:spPr>
      </p:cxnSp>
      <p:cxnSp>
        <p:nvCxnSpPr>
          <p:cNvPr id="21" name="">
            <a:extLst xmlns:a="http://schemas.openxmlformats.org/drawingml/2006/main">
              <a:ext uri="{FF2B5EF4-FFF2-40B4-BE49-F238E27FC236}">
                <a16:creationId xmlns:a16="http://schemas.microsoft.com/office/drawing/2014/main" id="{6C2A72CF-378B-415E-84F1-B44F2A40B303}"/>
              </a:ext>
            </a:extLst>
          </p:cNvPr>
          <p:cNvCxnSpPr/>
          <p:nvPr/>
        </p:nvCxnSpPr>
        <p:spPr>
          <a:xfrm xmlns:a="http://schemas.openxmlformats.org/drawingml/2006/main">
            <a:off x="7000875" y="5334000"/>
            <a:ext cx="523875" cy="0"/>
          </a:xfrm>
          <a:prstGeom xmlns:a="http://schemas.openxmlformats.org/drawingml/2006/main" prst="straightConnector1">
            <a:avLst/>
          </a:prstGeom>
          <a:ln xmlns:a="http://schemas.openxmlformats.org/drawingml/2006/main" w="19050">
            <a:solidFill>
              <a:srgbClr val="52657A"/>
            </a:solidFill>
            <a:tailEnd type="triangle" w="med" len="med"/>
          </a:ln>
        </p:spPr>
      </p:cxnSp>
      <p:cxnSp>
        <p:nvCxnSpPr>
          <p:cNvPr id="22" name="">
            <a:extLst xmlns:a="http://schemas.openxmlformats.org/drawingml/2006/main">
              <a:ext uri="{FF2B5EF4-FFF2-40B4-BE49-F238E27FC236}">
                <a16:creationId xmlns:a16="http://schemas.microsoft.com/office/drawing/2014/main" id="{022830CD-60F1-43F0-AD8B-8D2E2D1BF6C9}"/>
              </a:ext>
            </a:extLst>
          </p:cNvPr>
          <p:cNvCxnSpPr/>
          <p:nvPr/>
        </p:nvCxnSpPr>
        <p:spPr>
          <a:xfrm xmlns:a="http://schemas.openxmlformats.org/drawingml/2006/main">
            <a:off x="10096500" y="2095500"/>
            <a:ext cx="428625" cy="0"/>
          </a:xfrm>
          <a:prstGeom xmlns:a="http://schemas.openxmlformats.org/drawingml/2006/main" prst="straightConnector1">
            <a:avLst/>
          </a:prstGeom>
          <a:ln xmlns:a="http://schemas.openxmlformats.org/drawingml/2006/main" w="19050">
            <a:solidFill>
              <a:srgbClr val="52657A"/>
            </a:solidFill>
          </a:ln>
        </p:spPr>
      </p:cxnSp>
      <p:cxnSp>
        <p:nvCxnSpPr>
          <p:cNvPr id="23" name="">
            <a:extLst xmlns:a="http://schemas.openxmlformats.org/drawingml/2006/main">
              <a:ext uri="{FF2B5EF4-FFF2-40B4-BE49-F238E27FC236}">
                <a16:creationId xmlns:a16="http://schemas.microsoft.com/office/drawing/2014/main" id="{B5355966-9CCD-4616-B822-189786629485}"/>
              </a:ext>
            </a:extLst>
          </p:cNvPr>
          <p:cNvCxnSpPr/>
          <p:nvPr/>
        </p:nvCxnSpPr>
        <p:spPr>
          <a:xfrm xmlns:a="http://schemas.openxmlformats.org/drawingml/2006/main">
            <a:off x="10525125" y="2095500"/>
            <a:ext cx="0" cy="2543175"/>
          </a:xfrm>
          <a:prstGeom xmlns:a="http://schemas.openxmlformats.org/drawingml/2006/main" prst="straightConnector1">
            <a:avLst/>
          </a:prstGeom>
          <a:ln xmlns:a="http://schemas.openxmlformats.org/drawingml/2006/main" w="19050">
            <a:solidFill>
              <a:srgbClr val="52657A"/>
            </a:solidFill>
          </a:ln>
        </p:spPr>
      </p:cxnSp>
      <p:cxnSp>
        <p:nvCxnSpPr>
          <p:cNvPr id="24" name="">
            <a:extLst xmlns:a="http://schemas.openxmlformats.org/drawingml/2006/main">
              <a:ext uri="{FF2B5EF4-FFF2-40B4-BE49-F238E27FC236}">
                <a16:creationId xmlns:a16="http://schemas.microsoft.com/office/drawing/2014/main" id="{8799C582-1225-4B21-8211-6AB89F31D5D3}"/>
              </a:ext>
            </a:extLst>
          </p:cNvPr>
          <p:cNvCxnSpPr/>
          <p:nvPr/>
        </p:nvCxnSpPr>
        <p:spPr>
          <a:xfrm xmlns:a="http://schemas.openxmlformats.org/drawingml/2006/main">
            <a:off x="10525125" y="4638675"/>
            <a:ext cx="428625" cy="0"/>
          </a:xfrm>
          <a:prstGeom xmlns:a="http://schemas.openxmlformats.org/drawingml/2006/main" prst="straightConnector1">
            <a:avLst/>
          </a:prstGeom>
          <a:ln xmlns:a="http://schemas.openxmlformats.org/drawingml/2006/main" w="19050">
            <a:solidFill>
              <a:srgbClr val="52657A"/>
            </a:solidFill>
            <a:tailEnd type="triangle" w="med" len="med"/>
          </a:ln>
        </p:spPr>
      </p:cxnSp>
      <p:cxnSp>
        <p:nvCxnSpPr>
          <p:cNvPr id="25" name="">
            <a:extLst xmlns:a="http://schemas.openxmlformats.org/drawingml/2006/main">
              <a:ext uri="{FF2B5EF4-FFF2-40B4-BE49-F238E27FC236}">
                <a16:creationId xmlns:a16="http://schemas.microsoft.com/office/drawing/2014/main" id="{339939F1-01F3-4A1D-9E9B-4CF44F3466B5}"/>
              </a:ext>
            </a:extLst>
          </p:cNvPr>
          <p:cNvCxnSpPr/>
          <p:nvPr/>
        </p:nvCxnSpPr>
        <p:spPr>
          <a:xfrm xmlns:a="http://schemas.openxmlformats.org/drawingml/2006/main">
            <a:off x="10096500" y="3714750"/>
            <a:ext cx="428625" cy="0"/>
          </a:xfrm>
          <a:prstGeom xmlns:a="http://schemas.openxmlformats.org/drawingml/2006/main" prst="straightConnector1">
            <a:avLst/>
          </a:prstGeom>
          <a:ln xmlns:a="http://schemas.openxmlformats.org/drawingml/2006/main" w="19050">
            <a:solidFill>
              <a:srgbClr val="52657A"/>
            </a:solidFill>
          </a:ln>
        </p:spPr>
      </p:cxnSp>
      <p:cxnSp>
        <p:nvCxnSpPr>
          <p:cNvPr id="26" name="">
            <a:extLst xmlns:a="http://schemas.openxmlformats.org/drawingml/2006/main">
              <a:ext uri="{FF2B5EF4-FFF2-40B4-BE49-F238E27FC236}">
                <a16:creationId xmlns:a16="http://schemas.microsoft.com/office/drawing/2014/main" id="{AC751C1A-6C7E-4C5F-904B-487156E13B61}"/>
              </a:ext>
            </a:extLst>
          </p:cNvPr>
          <p:cNvCxnSpPr/>
          <p:nvPr/>
        </p:nvCxnSpPr>
        <p:spPr>
          <a:xfrm xmlns:a="http://schemas.openxmlformats.org/drawingml/2006/main">
            <a:off x="10525125" y="3714750"/>
            <a:ext cx="0" cy="923925"/>
          </a:xfrm>
          <a:prstGeom xmlns:a="http://schemas.openxmlformats.org/drawingml/2006/main" prst="straightConnector1">
            <a:avLst/>
          </a:prstGeom>
          <a:ln xmlns:a="http://schemas.openxmlformats.org/drawingml/2006/main" w="19050">
            <a:solidFill>
              <a:srgbClr val="52657A"/>
            </a:solidFill>
          </a:ln>
        </p:spPr>
      </p:cxnSp>
      <p:cxnSp>
        <p:nvCxnSpPr>
          <p:cNvPr id="27" name="">
            <a:extLst xmlns:a="http://schemas.openxmlformats.org/drawingml/2006/main">
              <a:ext uri="{FF2B5EF4-FFF2-40B4-BE49-F238E27FC236}">
                <a16:creationId xmlns:a16="http://schemas.microsoft.com/office/drawing/2014/main" id="{7D81FA90-E3DD-4608-AA08-81AB655CF214}"/>
              </a:ext>
            </a:extLst>
          </p:cNvPr>
          <p:cNvCxnSpPr/>
          <p:nvPr/>
        </p:nvCxnSpPr>
        <p:spPr>
          <a:xfrm xmlns:a="http://schemas.openxmlformats.org/drawingml/2006/main">
            <a:off x="10525125" y="4638675"/>
            <a:ext cx="428625" cy="0"/>
          </a:xfrm>
          <a:prstGeom xmlns:a="http://schemas.openxmlformats.org/drawingml/2006/main" prst="straightConnector1">
            <a:avLst/>
          </a:prstGeom>
          <a:ln xmlns:a="http://schemas.openxmlformats.org/drawingml/2006/main" w="19050">
            <a:solidFill>
              <a:srgbClr val="52657A"/>
            </a:solidFill>
            <a:tailEnd type="triangle" w="med" len="med"/>
          </a:ln>
        </p:spPr>
      </p:cxnSp>
      <p:cxnSp>
        <p:nvCxnSpPr>
          <p:cNvPr id="28" name="">
            <a:extLst xmlns:a="http://schemas.openxmlformats.org/drawingml/2006/main">
              <a:ext uri="{FF2B5EF4-FFF2-40B4-BE49-F238E27FC236}">
                <a16:creationId xmlns:a16="http://schemas.microsoft.com/office/drawing/2014/main" id="{8C3F93B5-CF0D-47B1-A0C5-617067D14E73}"/>
              </a:ext>
            </a:extLst>
          </p:cNvPr>
          <p:cNvCxnSpPr/>
          <p:nvPr/>
        </p:nvCxnSpPr>
        <p:spPr>
          <a:xfrm xmlns:a="http://schemas.openxmlformats.org/drawingml/2006/main">
            <a:off x="5238750" y="1314450"/>
            <a:ext cx="0" cy="1781175"/>
          </a:xfrm>
          <a:prstGeom xmlns:a="http://schemas.openxmlformats.org/drawingml/2006/main" prst="straightConnector1">
            <a:avLst/>
          </a:prstGeom>
          <a:ln xmlns:a="http://schemas.openxmlformats.org/drawingml/2006/main" w="19050">
            <a:solidFill>
              <a:srgbClr val="52657A"/>
            </a:solidFill>
          </a:ln>
        </p:spPr>
      </p:cxnSp>
      <p:cxnSp>
        <p:nvCxnSpPr>
          <p:cNvPr id="29" name="">
            <a:extLst xmlns:a="http://schemas.openxmlformats.org/drawingml/2006/main">
              <a:ext uri="{FF2B5EF4-FFF2-40B4-BE49-F238E27FC236}">
                <a16:creationId xmlns:a16="http://schemas.microsoft.com/office/drawing/2014/main" id="{1344611D-5CB2-4BA3-AD46-30C1E3D9EC02}"/>
              </a:ext>
            </a:extLst>
          </p:cNvPr>
          <p:cNvCxnSpPr/>
          <p:nvPr/>
        </p:nvCxnSpPr>
        <p:spPr>
          <a:xfrm xmlns:a="http://schemas.openxmlformats.org/drawingml/2006/main">
            <a:off x="5238750" y="1314450"/>
            <a:ext cx="6762750" cy="0"/>
          </a:xfrm>
          <a:prstGeom xmlns:a="http://schemas.openxmlformats.org/drawingml/2006/main" prst="straightConnector1">
            <a:avLst/>
          </a:prstGeom>
          <a:ln xmlns:a="http://schemas.openxmlformats.org/drawingml/2006/main" w="19050">
            <a:solidFill>
              <a:srgbClr val="52657A"/>
            </a:solidFill>
          </a:ln>
        </p:spPr>
      </p:cxnSp>
      <p:cxnSp>
        <p:nvCxnSpPr>
          <p:cNvPr id="30" name="">
            <a:extLst xmlns:a="http://schemas.openxmlformats.org/drawingml/2006/main">
              <a:ext uri="{FF2B5EF4-FFF2-40B4-BE49-F238E27FC236}">
                <a16:creationId xmlns:a16="http://schemas.microsoft.com/office/drawing/2014/main" id="{2F927716-88B9-4A38-BEF8-45884EAC97C8}"/>
              </a:ext>
            </a:extLst>
          </p:cNvPr>
          <p:cNvCxnSpPr/>
          <p:nvPr/>
        </p:nvCxnSpPr>
        <p:spPr>
          <a:xfrm xmlns:a="http://schemas.openxmlformats.org/drawingml/2006/main">
            <a:off x="12001500" y="1314450"/>
            <a:ext cx="0" cy="257175"/>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32" name="">
            <a:extLst xmlns:a="http://schemas.openxmlformats.org/drawingml/2006/main">
              <a:ext uri="{FF2B5EF4-FFF2-40B4-BE49-F238E27FC236}">
                <a16:creationId xmlns:a16="http://schemas.microsoft.com/office/drawing/2014/main" id="{CA7442AA-2F66-4231-98E3-786C5FBAA9D1}"/>
              </a:ext>
            </a:extLst>
          </p:cNvPr>
          <p:cNvSpPr>
            <a:spLocks xmlns:a="http://schemas.openxmlformats.org/drawingml/2006/main" noGrp="1"/>
          </p:cNvSpPr>
          <p:nvPr/>
        </p:nvSpPr>
        <p:spPr>
          <a:xfrm xmlns:a="http://schemas.openxmlformats.org/drawingml/2006/main">
            <a:off x="8210550" y="433387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Evidence</a:t>
            </a:r>
          </a:p>
        </p:txBody>
      </p:sp>
      <p:sp>
        <p:nvSpPr>
          <p:cNvPr id="33" name="">
            <a:extLst xmlns:a="http://schemas.openxmlformats.org/drawingml/2006/main">
              <a:ext uri="{FF2B5EF4-FFF2-40B4-BE49-F238E27FC236}">
                <a16:creationId xmlns:a16="http://schemas.microsoft.com/office/drawing/2014/main" id="{AC0D1360-7233-4DD2-A77A-586398885942}"/>
              </a:ext>
            </a:extLst>
          </p:cNvPr>
          <p:cNvSpPr>
            <a:spLocks xmlns:a="http://schemas.openxmlformats.org/drawingml/2006/main" noGrp="1"/>
          </p:cNvSpPr>
          <p:nvPr/>
        </p:nvSpPr>
        <p:spPr>
          <a:xfrm xmlns:a="http://schemas.openxmlformats.org/drawingml/2006/main">
            <a:off x="714375" y="6429375"/>
            <a:ext cx="1200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2657A"/>
                </a:solidFill>
                <a:latin typeface="Arial"/>
                <a:ea typeface="Arial"/>
                <a:cs typeface="Arial"/>
              </a:defRPr>
            </a:defPPr>
            <a:lvl1pPr algn="l">
              <a:defRPr sz="1950" b="0">
                <a:solidFill>
                  <a:srgbClr val="52657A"/>
                </a:solidFill>
                <a:latin typeface="Arial"/>
                <a:ea typeface="Arial"/>
                <a:cs typeface="Arial"/>
              </a:defRPr>
            </a:lvl1pPr>
            <a:lvl2pPr algn="l">
              <a:defRPr sz="1950" b="0">
                <a:solidFill>
                  <a:srgbClr val="52657A"/>
                </a:solidFill>
                <a:latin typeface="Arial"/>
                <a:ea typeface="Arial"/>
                <a:cs typeface="Arial"/>
              </a:defRPr>
            </a:lvl2pPr>
            <a:lvl3pPr algn="l">
              <a:defRPr sz="1950" b="0">
                <a:solidFill>
                  <a:srgbClr val="52657A"/>
                </a:solidFill>
                <a:latin typeface="Arial"/>
                <a:ea typeface="Arial"/>
                <a:cs typeface="Arial"/>
              </a:defRPr>
            </a:lvl3pPr>
            <a:lvl4pPr algn="l">
              <a:defRPr sz="1950" b="0">
                <a:solidFill>
                  <a:srgbClr val="52657A"/>
                </a:solidFill>
                <a:latin typeface="Arial"/>
                <a:ea typeface="Arial"/>
                <a:cs typeface="Arial"/>
              </a:defRPr>
            </a:lvl4pPr>
            <a:lvl5pPr algn="l">
              <a:defRPr sz="1950" b="0">
                <a:solidFill>
                  <a:srgbClr val="52657A"/>
                </a:solidFill>
                <a:latin typeface="Arial"/>
                <a:ea typeface="Arial"/>
                <a:cs typeface="Arial"/>
              </a:defRPr>
            </a:lvl5pPr>
            <a:lvl6pPr algn="l">
              <a:defRPr sz="1950" b="0">
                <a:solidFill>
                  <a:srgbClr val="52657A"/>
                </a:solidFill>
                <a:latin typeface="Arial"/>
                <a:ea typeface="Arial"/>
                <a:cs typeface="Arial"/>
              </a:defRPr>
            </a:lvl6pPr>
            <a:lvl7pPr algn="l">
              <a:defRPr sz="1950" b="0">
                <a:solidFill>
                  <a:srgbClr val="52657A"/>
                </a:solidFill>
                <a:latin typeface="Arial"/>
                <a:ea typeface="Arial"/>
                <a:cs typeface="Arial"/>
              </a:defRPr>
            </a:lvl7pPr>
            <a:lvl8pPr algn="l">
              <a:defRPr sz="1950" b="0">
                <a:solidFill>
                  <a:srgbClr val="52657A"/>
                </a:solidFill>
                <a:latin typeface="Arial"/>
                <a:ea typeface="Arial"/>
                <a:cs typeface="Arial"/>
              </a:defRPr>
            </a:lvl8pPr>
            <a:lvl9pPr algn="l">
              <a:defRPr sz="1950" b="0">
                <a:solidFill>
                  <a:srgbClr val="52657A"/>
                </a:solidFill>
                <a:latin typeface="Arial"/>
                <a:ea typeface="Arial"/>
                <a:cs typeface="Arial"/>
              </a:defRPr>
            </a:lvl9pPr>
          </a:lstStyle>
          <a:p xmlns:a="http://schemas.openxmlformats.org/drawingml/2006/main">
            <a:pPr algn="l">
              <a:defRPr sz="1950" b="0">
                <a:solidFill>
                  <a:srgbClr val="52657A"/>
                </a:solidFill>
                <a:latin typeface="Arial"/>
                <a:ea typeface="Arial"/>
                <a:cs typeface="Arial"/>
              </a:defRPr>
            </a:pPr>
            <a:r>
              <a:rPr sz="1950" b="0">
                <a:solidFill>
                  <a:srgbClr val="52657A"/>
                </a:solidFill>
                <a:latin typeface="Arial"/>
                <a:ea typeface="Arial"/>
                <a:cs typeface="Arial"/>
              </a:rPr>
              <a:t>All application services and model inference run locally after first-time setup.</a:t>
            </a:r>
          </a:p>
        </p:txBody>
      </p:sp>
    </p:spTree>
    <p:extLst>
      <p:ext uri="{BB962C8B-B14F-4D97-AF65-F5344CB8AC3E}">
        <p14:creationId xmlns:p14="http://schemas.microsoft.com/office/powerpoint/2010/main" val="1151526422"/>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F50609-AD6B-4F56-881C-92BB5D94FF54}"/>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Detailed module design</a:t>
            </a:r>
          </a:p>
        </p:txBody>
      </p:sp>
      <p:sp>
        <p:nvSpPr>
          <p:cNvPr id="2" name="">
            <a:extLst xmlns:a="http://schemas.openxmlformats.org/drawingml/2006/main">
              <a:ext uri="{FF2B5EF4-FFF2-40B4-BE49-F238E27FC236}">
                <a16:creationId xmlns:a16="http://schemas.microsoft.com/office/drawing/2014/main" id="{2C07F372-A671-446B-849F-4B9A71605B91}"/>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ADDC8CF5-7BE6-4B9B-BBC1-B0A4285243A2}"/>
              </a:ext>
            </a:extLst>
          </p:cNvPr>
          <p:cNvPicPr>
            <a:picLocks xmlns:a="http://schemas.openxmlformats.org/drawingml/2006/main" noChangeAspect="1"/>
          </p:cNvPicPr>
          <p:nvPr/>
        </p:nvPicPr>
        <p:blipFill>
          <a:blip xmlns:r="http://schemas.openxmlformats.org/officeDocument/2006/relationships" xmlns:a="http://schemas.openxmlformats.org/drawingml/2006/main" r:embed="R1d2462d8f8184afa"/>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7D60E90-C199-4864-BAC4-FC3F4945DB15}"/>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E0DC5F96-791D-48ED-95A1-65973CCB8EFE}"/>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10</a:t>
            </a:r>
          </a:p>
        </p:txBody>
      </p:sp>
      <p:graphicFrame>
        <p:nvGraphicFramePr>
          <p:cNvPr id="6" name="">
            <a:extLst xmlns:a="http://schemas.openxmlformats.org/drawingml/2006/main">
              <a:ext uri="{FF2B5EF4-FFF2-40B4-BE49-F238E27FC236}">
                <a16:creationId xmlns:a16="http://schemas.microsoft.com/office/drawing/2014/main" id="{EB77E86C-BD1D-420B-976B-266F253019EB}"/>
              </a:ext>
            </a:extLst>
          </p:cNvPr>
          <p:cNvGraphicFramePr/>
          <p:nvPr/>
        </p:nvGraphicFramePr>
        <p:xfrm>
          <a:off xmlns:a="http://schemas.openxmlformats.org/drawingml/2006/main" x="609600" y="1524000"/>
          <a:ext xmlns:a="http://schemas.openxmlformats.org/drawingml/2006/main" cx="12496800" cy="5048250"/>
        </p:xfrm>
        <a:graphic xmlns:a="http://schemas.openxmlformats.org/drawingml/2006/main">
          <a:graphicData uri="http://schemas.openxmlformats.org/drawingml/2006/table">
            <a:tbl>
              <a:tblPr/>
              <a:tblGrid>
                <a:gridCol w="2952750"/>
                <a:gridCol w="4572000"/>
                <a:gridCol w="4972050"/>
              </a:tblGrid>
              <a:tr h="721179">
                <a:tc>
                  <a:txBody>
                    <a:bodyPr lIns="114300" tIns="114300" rIns="114300" bIns="114300"/>
                    <a:lstStyle/>
                    <a:p>
                      <a:r>
                        <a:rPr sz="1725" b="1">
                          <a:solidFill>
                            <a:srgbClr val="FFFFFF"/>
                          </a:solidFill>
                          <a:latin typeface="Arial"/>
                          <a:ea typeface="Arial"/>
                          <a:cs typeface="Arial"/>
                        </a:rPr>
                        <a:t>Subsystem</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725" b="1">
                          <a:solidFill>
                            <a:srgbClr val="FFFFFF"/>
                          </a:solidFill>
                          <a:latin typeface="Arial"/>
                          <a:ea typeface="Arial"/>
                          <a:cs typeface="Arial"/>
                        </a:rPr>
                        <a:t>Main files</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725" b="1">
                          <a:solidFill>
                            <a:srgbClr val="FFFFFF"/>
                          </a:solidFill>
                          <a:latin typeface="Arial"/>
                          <a:ea typeface="Arial"/>
                          <a:cs typeface="Arial"/>
                        </a:rPr>
                        <a:t>Output</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721179">
                <a:tc>
                  <a:txBody>
                    <a:bodyPr lIns="114300" tIns="114300" rIns="114300" bIns="114300"/>
                    <a:lstStyle/>
                    <a:p>
                      <a:r>
                        <a:rPr sz="1725" b="0">
                          <a:solidFill>
                            <a:srgbClr val="1C2D44"/>
                          </a:solidFill>
                          <a:latin typeface="Arial"/>
                          <a:ea typeface="Arial"/>
                          <a:cs typeface="Arial"/>
                        </a:rPr>
                        <a:t>Input and snapshots</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725" b="0">
                          <a:solidFill>
                            <a:srgbClr val="1C2D44"/>
                          </a:solidFill>
                          <a:latin typeface="Arial"/>
                          <a:ea typeface="Arial"/>
                          <a:cs typeface="Arial"/>
                        </a:rPr>
                        <a:t>ingestion.py, collector.py</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725" b="0">
                          <a:solidFill>
                            <a:srgbClr val="1C2D44"/>
                          </a:solidFill>
                          <a:latin typeface="Arial"/>
                          <a:ea typeface="Arial"/>
                          <a:cs typeface="Arial"/>
                        </a:rPr>
                        <a:t>Validated Python-only source snapshot</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725" b="0">
                          <a:solidFill>
                            <a:srgbClr val="1C2D44"/>
                          </a:solidFill>
                          <a:latin typeface="Arial"/>
                          <a:ea typeface="Arial"/>
                          <a:cs typeface="Arial"/>
                        </a:rPr>
                        <a:t>Static analysis</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725" b="0">
                          <a:solidFill>
                            <a:srgbClr val="1C2D44"/>
                          </a:solidFill>
                          <a:latin typeface="Arial"/>
                          <a:ea typeface="Arial"/>
                          <a:cs typeface="Arial"/>
                        </a:rPr>
                        <a:t>parser.py, analyzer.py, models.py</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725" b="0">
                          <a:solidFill>
                            <a:srgbClr val="1C2D44"/>
                          </a:solidFill>
                          <a:latin typeface="Arial"/>
                          <a:ea typeface="Arial"/>
                          <a:cs typeface="Arial"/>
                        </a:rPr>
                        <a:t>Symbols, graph edges, metrics, limitations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721179">
                <a:tc>
                  <a:txBody>
                    <a:bodyPr lIns="114300" tIns="114300" rIns="114300" bIns="114300"/>
                    <a:lstStyle/>
                    <a:p>
                      <a:r>
                        <a:rPr sz="1725" b="0">
                          <a:solidFill>
                            <a:srgbClr val="1C2D44"/>
                          </a:solidFill>
                          <a:latin typeface="Arial"/>
                          <a:ea typeface="Arial"/>
                          <a:cs typeface="Arial"/>
                        </a:rPr>
                        <a:t>Retrieval</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725" b="0">
                          <a:solidFill>
                            <a:srgbClr val="1C2D44"/>
                          </a:solidFill>
                          <a:latin typeface="Arial"/>
                          <a:ea typeface="Arial"/>
                          <a:cs typeface="Arial"/>
                        </a:rPr>
                        <a:t>retrieval.py</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725" b="0">
                          <a:solidFill>
                            <a:srgbClr val="1C2D44"/>
                          </a:solidFill>
                          <a:latin typeface="Arial"/>
                          <a:ea typeface="Arial"/>
                          <a:cs typeface="Arial"/>
                        </a:rPr>
                        <a:t>Chunks, vectors, ranked source evidence</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725" b="0">
                          <a:solidFill>
                            <a:srgbClr val="1C2D44"/>
                          </a:solidFill>
                          <a:latin typeface="Arial"/>
                          <a:ea typeface="Arial"/>
                          <a:cs typeface="Arial"/>
                        </a:rPr>
                        <a:t>Generation</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725" b="0">
                          <a:solidFill>
                            <a:srgbClr val="1C2D44"/>
                          </a:solidFill>
                          <a:latin typeface="Arial"/>
                          <a:ea typeface="Arial"/>
                          <a:cs typeface="Arial"/>
                        </a:rPr>
                        <a:t>ai.py, service.py</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725" b="0">
                          <a:solidFill>
                            <a:srgbClr val="1C2D44"/>
                          </a:solidFill>
                          <a:latin typeface="Arial"/>
                          <a:ea typeface="Arial"/>
                          <a:cs typeface="Arial"/>
                        </a:rPr>
                        <a:t>Short facts, source labels, saved notes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721179">
                <a:tc>
                  <a:txBody>
                    <a:bodyPr lIns="114300" tIns="114300" rIns="114300" bIns="114300"/>
                    <a:lstStyle/>
                    <a:p>
                      <a:r>
                        <a:rPr sz="1725" b="0">
                          <a:solidFill>
                            <a:srgbClr val="1C2D44"/>
                          </a:solidFill>
                          <a:latin typeface="Arial"/>
                          <a:ea typeface="Arial"/>
                          <a:cs typeface="Arial"/>
                        </a:rPr>
                        <a:t>Persistence and export</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725" b="0">
                          <a:solidFill>
                            <a:srgbClr val="1C2D44"/>
                          </a:solidFill>
                          <a:latin typeface="Arial"/>
                          <a:ea typeface="Arial"/>
                          <a:cs typeface="Arial"/>
                        </a:rPr>
                        <a:t>storage.py, reporter.py</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725" b="0">
                          <a:solidFill>
                            <a:srgbClr val="1C2D44"/>
                          </a:solidFill>
                          <a:latin typeface="Arial"/>
                          <a:ea typeface="Arial"/>
                          <a:cs typeface="Arial"/>
                        </a:rPr>
                        <a:t>SQLite records and downloadable reports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725" b="0">
                          <a:solidFill>
                            <a:srgbClr val="1C2D44"/>
                          </a:solidFill>
                          <a:latin typeface="Arial"/>
                          <a:ea typeface="Arial"/>
                          <a:cs typeface="Arial"/>
                        </a:rPr>
                        <a:t>Application and UI</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725" b="0">
                          <a:solidFill>
                            <a:srgbClr val="1C2D44"/>
                          </a:solidFill>
                          <a:latin typeface="Arial"/>
                          <a:ea typeface="Arial"/>
                          <a:cs typeface="Arial"/>
                        </a:rPr>
                        <a:t>api.py, server.py, React</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725" b="0">
                          <a:solidFill>
                            <a:srgbClr val="1C2D44"/>
                          </a:solidFill>
                          <a:latin typeface="Arial"/>
                          <a:ea typeface="Arial"/>
                          <a:cs typeface="Arial"/>
                        </a:rPr>
                        <a:t>Local endpoints and interactive views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bl>
          </a:graphicData>
        </a:graphic>
      </p:graphicFrame>
    </p:spTree>
    <p:extLst>
      <p:ext uri="{BB962C8B-B14F-4D97-AF65-F5344CB8AC3E}">
        <p14:creationId xmlns:p14="http://schemas.microsoft.com/office/powerpoint/2010/main" val="1974701323"/>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46B784-0C80-4F7E-AF3C-EF241F0F3958}"/>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Data-flow diagram level 0</a:t>
            </a:r>
          </a:p>
        </p:txBody>
      </p:sp>
      <p:sp>
        <p:nvSpPr>
          <p:cNvPr id="2" name="">
            <a:extLst xmlns:a="http://schemas.openxmlformats.org/drawingml/2006/main">
              <a:ext uri="{FF2B5EF4-FFF2-40B4-BE49-F238E27FC236}">
                <a16:creationId xmlns:a16="http://schemas.microsoft.com/office/drawing/2014/main" id="{DAB88442-B068-4C9B-BB50-2F098259623C}"/>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A7BB33AD-FD4D-4AF7-9497-A66121F659C9}"/>
              </a:ext>
            </a:extLst>
          </p:cNvPr>
          <p:cNvPicPr>
            <a:picLocks xmlns:a="http://schemas.openxmlformats.org/drawingml/2006/main" noChangeAspect="1"/>
          </p:cNvPicPr>
          <p:nvPr/>
        </p:nvPicPr>
        <p:blipFill>
          <a:blip xmlns:r="http://schemas.openxmlformats.org/officeDocument/2006/relationships" xmlns:a="http://schemas.openxmlformats.org/drawingml/2006/main" r:embed="Reb654de865b84cd2"/>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7E37B2-B5AE-4AA7-BA48-101EC9B31C70}"/>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A91978BA-755A-4CA8-9690-F889D51BD335}"/>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11</a:t>
            </a:r>
          </a:p>
        </p:txBody>
      </p:sp>
      <p:sp>
        <p:nvSpPr>
          <p:cNvPr id="6" name="Developer">
            <a:extLst xmlns:a="http://schemas.openxmlformats.org/drawingml/2006/main">
              <a:ext uri="{FF2B5EF4-FFF2-40B4-BE49-F238E27FC236}">
                <a16:creationId xmlns:a16="http://schemas.microsoft.com/office/drawing/2014/main" id="{9FB12351-1619-4718-99B6-02E530E9B29C}"/>
              </a:ext>
            </a:extLst>
          </p:cNvPr>
          <p:cNvSpPr>
            <a:spLocks xmlns:a="http://schemas.openxmlformats.org/drawingml/2006/main" noGrp="1"/>
          </p:cNvSpPr>
          <p:nvPr/>
        </p:nvSpPr>
        <p:spPr>
          <a:xfrm xmlns:a="http://schemas.openxmlformats.org/drawingml/2006/main">
            <a:off x="857250" y="3048000"/>
            <a:ext cx="2381250" cy="1381125"/>
          </a:xfrm>
          <a:prstGeom xmlns:a="http://schemas.openxmlformats.org/drawingml/2006/main" prst="rect">
            <a:avLst/>
          </a:prstGeom>
          <a:solidFill xmlns:a="http://schemas.openxmlformats.org/drawingml/2006/main">
            <a:srgbClr val="FFFFFF"/>
          </a:solidFill>
          <a:ln xmlns:a="http://schemas.openxmlformats.org/drawingml/2006/main" w="19050">
            <a:solidFill>
              <a:srgbClr val="14233B"/>
            </a:solidFill>
          </a:ln>
        </p:spPr>
        <p:txBody>
          <a:bodyPr xmlns:a="http://schemas.openxmlformats.org/drawingml/2006/main" lIns="114300" tIns="114300" rIns="114300" bIns="114300" anchor="ctr">
            <a:noAutofit/>
          </a:bodyPr>
          <a:lstStyle xmlns:a="http://schemas.openxmlformats.org/drawingml/2006/main">
            <a:defPPr algn="ctr">
              <a:defRPr sz="2325" b="0">
                <a:solidFill>
                  <a:srgbClr val="1C2D44"/>
                </a:solidFill>
                <a:latin typeface="Arial"/>
                <a:ea typeface="Arial"/>
                <a:cs typeface="Arial"/>
              </a:defRPr>
            </a:defPPr>
            <a:lvl1pPr algn="ctr">
              <a:defRPr sz="2325" b="0">
                <a:solidFill>
                  <a:srgbClr val="1C2D44"/>
                </a:solidFill>
                <a:latin typeface="Arial"/>
                <a:ea typeface="Arial"/>
                <a:cs typeface="Arial"/>
              </a:defRPr>
            </a:lvl1pPr>
            <a:lvl2pPr algn="ctr">
              <a:defRPr sz="2325" b="0">
                <a:solidFill>
                  <a:srgbClr val="1C2D44"/>
                </a:solidFill>
                <a:latin typeface="Arial"/>
                <a:ea typeface="Arial"/>
                <a:cs typeface="Arial"/>
              </a:defRPr>
            </a:lvl2pPr>
            <a:lvl3pPr algn="ctr">
              <a:defRPr sz="2325" b="0">
                <a:solidFill>
                  <a:srgbClr val="1C2D44"/>
                </a:solidFill>
                <a:latin typeface="Arial"/>
                <a:ea typeface="Arial"/>
                <a:cs typeface="Arial"/>
              </a:defRPr>
            </a:lvl3pPr>
            <a:lvl4pPr algn="ctr">
              <a:defRPr sz="2325" b="0">
                <a:solidFill>
                  <a:srgbClr val="1C2D44"/>
                </a:solidFill>
                <a:latin typeface="Arial"/>
                <a:ea typeface="Arial"/>
                <a:cs typeface="Arial"/>
              </a:defRPr>
            </a:lvl4pPr>
            <a:lvl5pPr algn="ctr">
              <a:defRPr sz="2325" b="0">
                <a:solidFill>
                  <a:srgbClr val="1C2D44"/>
                </a:solidFill>
                <a:latin typeface="Arial"/>
                <a:ea typeface="Arial"/>
                <a:cs typeface="Arial"/>
              </a:defRPr>
            </a:lvl5pPr>
            <a:lvl6pPr algn="ctr">
              <a:defRPr sz="2325" b="0">
                <a:solidFill>
                  <a:srgbClr val="1C2D44"/>
                </a:solidFill>
                <a:latin typeface="Arial"/>
                <a:ea typeface="Arial"/>
                <a:cs typeface="Arial"/>
              </a:defRPr>
            </a:lvl6pPr>
            <a:lvl7pPr algn="ctr">
              <a:defRPr sz="2325" b="0">
                <a:solidFill>
                  <a:srgbClr val="1C2D44"/>
                </a:solidFill>
                <a:latin typeface="Arial"/>
                <a:ea typeface="Arial"/>
                <a:cs typeface="Arial"/>
              </a:defRPr>
            </a:lvl7pPr>
            <a:lvl8pPr algn="ctr">
              <a:defRPr sz="2325" b="0">
                <a:solidFill>
                  <a:srgbClr val="1C2D44"/>
                </a:solidFill>
                <a:latin typeface="Arial"/>
                <a:ea typeface="Arial"/>
                <a:cs typeface="Arial"/>
              </a:defRPr>
            </a:lvl8pPr>
            <a:lvl9pPr algn="ctr">
              <a:defRPr sz="2325" b="0">
                <a:solidFill>
                  <a:srgbClr val="1C2D44"/>
                </a:solidFill>
                <a:latin typeface="Arial"/>
                <a:ea typeface="Arial"/>
                <a:cs typeface="Arial"/>
              </a:defRPr>
            </a:lvl9pPr>
          </a:lstStyle>
          <a:p xmlns:a="http://schemas.openxmlformats.org/drawingml/2006/main">
            <a:pPr algn="ctr">
              <a:defRPr sz="2325" b="0">
                <a:solidFill>
                  <a:srgbClr val="1C2D44"/>
                </a:solidFill>
                <a:latin typeface="Arial"/>
                <a:ea typeface="Arial"/>
                <a:cs typeface="Arial"/>
              </a:defRPr>
            </a:pPr>
            <a:r>
              <a:rPr sz="2325" b="0">
                <a:solidFill>
                  <a:srgbClr val="1C2D44"/>
                </a:solidFill>
                <a:latin typeface="Arial"/>
                <a:ea typeface="Arial"/>
                <a:cs typeface="Arial"/>
              </a:rPr>
              <a:t>Developer</a:t>
            </a:r>
          </a:p>
        </p:txBody>
      </p:sp>
      <p:sp>
        <p:nvSpPr>
          <p:cNvPr id="7" name="0 CodeArchaeologist">
            <a:extLst xmlns:a="http://schemas.openxmlformats.org/drawingml/2006/main">
              <a:ext uri="{FF2B5EF4-FFF2-40B4-BE49-F238E27FC236}">
                <a16:creationId xmlns:a16="http://schemas.microsoft.com/office/drawing/2014/main" id="{D029304A-FA30-4FBB-A59E-75699E70AF29}"/>
              </a:ext>
            </a:extLst>
          </p:cNvPr>
          <p:cNvSpPr>
            <a:spLocks xmlns:a="http://schemas.openxmlformats.org/drawingml/2006/main" noGrp="1"/>
          </p:cNvSpPr>
          <p:nvPr/>
        </p:nvSpPr>
        <p:spPr>
          <a:xfrm xmlns:a="http://schemas.openxmlformats.org/drawingml/2006/main">
            <a:off x="5905500" y="2333625"/>
            <a:ext cx="4572000" cy="2857500"/>
          </a:xfrm>
          <a:prstGeom xmlns:a="http://schemas.openxmlformats.org/drawingml/2006/main" prst="ellipse">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2700" b="0">
                <a:solidFill>
                  <a:srgbClr val="1C2D44"/>
                </a:solidFill>
                <a:latin typeface="Arial"/>
                <a:ea typeface="Arial"/>
                <a:cs typeface="Arial"/>
              </a:defRPr>
            </a:defPPr>
            <a:lvl1pPr algn="ctr">
              <a:defRPr sz="2700" b="0">
                <a:solidFill>
                  <a:srgbClr val="1C2D44"/>
                </a:solidFill>
                <a:latin typeface="Arial"/>
                <a:ea typeface="Arial"/>
                <a:cs typeface="Arial"/>
              </a:defRPr>
            </a:lvl1pPr>
            <a:lvl2pPr algn="ctr">
              <a:defRPr sz="2700" b="0">
                <a:solidFill>
                  <a:srgbClr val="1C2D44"/>
                </a:solidFill>
                <a:latin typeface="Arial"/>
                <a:ea typeface="Arial"/>
                <a:cs typeface="Arial"/>
              </a:defRPr>
            </a:lvl2pPr>
            <a:lvl3pPr algn="ctr">
              <a:defRPr sz="2700" b="0">
                <a:solidFill>
                  <a:srgbClr val="1C2D44"/>
                </a:solidFill>
                <a:latin typeface="Arial"/>
                <a:ea typeface="Arial"/>
                <a:cs typeface="Arial"/>
              </a:defRPr>
            </a:lvl3pPr>
            <a:lvl4pPr algn="ctr">
              <a:defRPr sz="2700" b="0">
                <a:solidFill>
                  <a:srgbClr val="1C2D44"/>
                </a:solidFill>
                <a:latin typeface="Arial"/>
                <a:ea typeface="Arial"/>
                <a:cs typeface="Arial"/>
              </a:defRPr>
            </a:lvl4pPr>
            <a:lvl5pPr algn="ctr">
              <a:defRPr sz="2700" b="0">
                <a:solidFill>
                  <a:srgbClr val="1C2D44"/>
                </a:solidFill>
                <a:latin typeface="Arial"/>
                <a:ea typeface="Arial"/>
                <a:cs typeface="Arial"/>
              </a:defRPr>
            </a:lvl5pPr>
            <a:lvl6pPr algn="ctr">
              <a:defRPr sz="2700" b="0">
                <a:solidFill>
                  <a:srgbClr val="1C2D44"/>
                </a:solidFill>
                <a:latin typeface="Arial"/>
                <a:ea typeface="Arial"/>
                <a:cs typeface="Arial"/>
              </a:defRPr>
            </a:lvl6pPr>
            <a:lvl7pPr algn="ctr">
              <a:defRPr sz="2700" b="0">
                <a:solidFill>
                  <a:srgbClr val="1C2D44"/>
                </a:solidFill>
                <a:latin typeface="Arial"/>
                <a:ea typeface="Arial"/>
                <a:cs typeface="Arial"/>
              </a:defRPr>
            </a:lvl7pPr>
            <a:lvl8pPr algn="ctr">
              <a:defRPr sz="2700" b="0">
                <a:solidFill>
                  <a:srgbClr val="1C2D44"/>
                </a:solidFill>
                <a:latin typeface="Arial"/>
                <a:ea typeface="Arial"/>
                <a:cs typeface="Arial"/>
              </a:defRPr>
            </a:lvl8pPr>
            <a:lvl9pPr algn="ctr">
              <a:defRPr sz="2700" b="0">
                <a:solidFill>
                  <a:srgbClr val="1C2D44"/>
                </a:solidFill>
                <a:latin typeface="Arial"/>
                <a:ea typeface="Arial"/>
                <a:cs typeface="Arial"/>
              </a:defRPr>
            </a:lvl9pPr>
          </a:lstStyle>
          <a:p xmlns:a="http://schemas.openxmlformats.org/drawingml/2006/main">
            <a:pPr algn="ctr">
              <a:defRPr sz="2700" b="0">
                <a:solidFill>
                  <a:srgbClr val="1C2D44"/>
                </a:solidFill>
                <a:latin typeface="Arial"/>
                <a:ea typeface="Arial"/>
                <a:cs typeface="Arial"/>
              </a:defRPr>
            </a:pPr>
            <a:r>
              <a:rPr sz="2700" b="0">
                <a:solidFill>
                  <a:srgbClr val="1C2D44"/>
                </a:solidFill>
                <a:latin typeface="Arial"/>
                <a:ea typeface="Arial"/>
                <a:cs typeface="Arial"/>
              </a:rPr>
              <a:t>0</a:t>
            </a:r>
          </a:p>
          <a:p xmlns:a="http://schemas.openxmlformats.org/drawingml/2006/main">
            <a:pPr algn="ctr">
              <a:defRPr sz="2700" b="0">
                <a:solidFill>
                  <a:srgbClr val="1C2D44"/>
                </a:solidFill>
                <a:latin typeface="Arial"/>
                <a:ea typeface="Arial"/>
                <a:cs typeface="Arial"/>
              </a:defRPr>
            </a:pPr>
            <a:r>
              <a:rPr sz="2700" b="0">
                <a:solidFill>
                  <a:srgbClr val="1C2D44"/>
                </a:solidFill>
                <a:latin typeface="Arial"/>
                <a:ea typeface="Arial"/>
                <a:cs typeface="Arial"/>
              </a:rPr>
              <a:t>CodeArchaeologist</a:t>
            </a:r>
          </a:p>
        </p:txBody>
      </p:sp>
      <p:cxnSp>
        <p:nvCxnSpPr>
          <p:cNvPr id="8" name="">
            <a:extLst xmlns:a="http://schemas.openxmlformats.org/drawingml/2006/main">
              <a:ext uri="{FF2B5EF4-FFF2-40B4-BE49-F238E27FC236}">
                <a16:creationId xmlns:a16="http://schemas.microsoft.com/office/drawing/2014/main" id="{CE9D8E61-5B1A-45B6-9EFE-0A58FEA3860A}"/>
              </a:ext>
            </a:extLst>
          </p:cNvPr>
          <p:cNvCxnSpPr/>
          <p:nvPr/>
        </p:nvCxnSpPr>
        <p:spPr>
          <a:xfrm xmlns:a="http://schemas.openxmlformats.org/drawingml/2006/main">
            <a:off x="3238500" y="3714750"/>
            <a:ext cx="2667000" cy="0"/>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9" name="">
            <a:extLst xmlns:a="http://schemas.openxmlformats.org/drawingml/2006/main">
              <a:ext uri="{FF2B5EF4-FFF2-40B4-BE49-F238E27FC236}">
                <a16:creationId xmlns:a16="http://schemas.microsoft.com/office/drawing/2014/main" id="{4FE03606-47D1-495C-8B63-96849D7F243A}"/>
              </a:ext>
            </a:extLst>
          </p:cNvPr>
          <p:cNvSpPr>
            <a:spLocks xmlns:a="http://schemas.openxmlformats.org/drawingml/2006/main" noGrp="1"/>
          </p:cNvSpPr>
          <p:nvPr/>
        </p:nvSpPr>
        <p:spPr>
          <a:xfrm xmlns:a="http://schemas.openxmlformats.org/drawingml/2006/main">
            <a:off x="3314700" y="21431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2657A"/>
                </a:solidFill>
                <a:latin typeface="Arial"/>
                <a:ea typeface="Arial"/>
                <a:cs typeface="Arial"/>
              </a:defRPr>
            </a:defPPr>
            <a:lvl1pPr algn="l">
              <a:defRPr sz="1800" b="0">
                <a:solidFill>
                  <a:srgbClr val="52657A"/>
                </a:solidFill>
                <a:latin typeface="Arial"/>
                <a:ea typeface="Arial"/>
                <a:cs typeface="Arial"/>
              </a:defRPr>
            </a:lvl1pPr>
            <a:lvl2pPr algn="l">
              <a:defRPr sz="1800" b="0">
                <a:solidFill>
                  <a:srgbClr val="52657A"/>
                </a:solidFill>
                <a:latin typeface="Arial"/>
                <a:ea typeface="Arial"/>
                <a:cs typeface="Arial"/>
              </a:defRPr>
            </a:lvl2pPr>
            <a:lvl3pPr algn="l">
              <a:defRPr sz="1800" b="0">
                <a:solidFill>
                  <a:srgbClr val="52657A"/>
                </a:solidFill>
                <a:latin typeface="Arial"/>
                <a:ea typeface="Arial"/>
                <a:cs typeface="Arial"/>
              </a:defRPr>
            </a:lvl3pPr>
            <a:lvl4pPr algn="l">
              <a:defRPr sz="1800" b="0">
                <a:solidFill>
                  <a:srgbClr val="52657A"/>
                </a:solidFill>
                <a:latin typeface="Arial"/>
                <a:ea typeface="Arial"/>
                <a:cs typeface="Arial"/>
              </a:defRPr>
            </a:lvl4pPr>
            <a:lvl5pPr algn="l">
              <a:defRPr sz="1800" b="0">
                <a:solidFill>
                  <a:srgbClr val="52657A"/>
                </a:solidFill>
                <a:latin typeface="Arial"/>
                <a:ea typeface="Arial"/>
                <a:cs typeface="Arial"/>
              </a:defRPr>
            </a:lvl5pPr>
            <a:lvl6pPr algn="l">
              <a:defRPr sz="1800" b="0">
                <a:solidFill>
                  <a:srgbClr val="52657A"/>
                </a:solidFill>
                <a:latin typeface="Arial"/>
                <a:ea typeface="Arial"/>
                <a:cs typeface="Arial"/>
              </a:defRPr>
            </a:lvl6pPr>
            <a:lvl7pPr algn="l">
              <a:defRPr sz="1800" b="0">
                <a:solidFill>
                  <a:srgbClr val="52657A"/>
                </a:solidFill>
                <a:latin typeface="Arial"/>
                <a:ea typeface="Arial"/>
                <a:cs typeface="Arial"/>
              </a:defRPr>
            </a:lvl7pPr>
            <a:lvl8pPr algn="l">
              <a:defRPr sz="1800" b="0">
                <a:solidFill>
                  <a:srgbClr val="52657A"/>
                </a:solidFill>
                <a:latin typeface="Arial"/>
                <a:ea typeface="Arial"/>
                <a:cs typeface="Arial"/>
              </a:defRPr>
            </a:lvl8pPr>
            <a:lvl9pPr algn="l">
              <a:defRPr sz="1800" b="0">
                <a:solidFill>
                  <a:srgbClr val="52657A"/>
                </a:solidFill>
                <a:latin typeface="Arial"/>
                <a:ea typeface="Arial"/>
                <a:cs typeface="Arial"/>
              </a:defRPr>
            </a:lvl9pPr>
          </a:lstStyle>
          <a:p xmlns:a="http://schemas.openxmlformats.org/drawingml/2006/main">
            <a:pPr algn="l">
              <a:defRPr sz="1800" b="0">
                <a:solidFill>
                  <a:srgbClr val="52657A"/>
                </a:solidFill>
                <a:latin typeface="Arial"/>
                <a:ea typeface="Arial"/>
                <a:cs typeface="Arial"/>
              </a:defRPr>
            </a:pPr>
            <a:r>
              <a:rPr sz="1800" b="0">
                <a:solidFill>
                  <a:srgbClr val="52657A"/>
                </a:solidFill>
                <a:latin typeface="Arial"/>
                <a:ea typeface="Arial"/>
                <a:cs typeface="Arial"/>
              </a:rPr>
              <a:t>Python source, questions,</a:t>
            </a:r>
          </a:p>
          <a:p xmlns:a="http://schemas.openxmlformats.org/drawingml/2006/main">
            <a:pPr algn="l">
              <a:defRPr sz="1800" b="0">
                <a:solidFill>
                  <a:srgbClr val="52657A"/>
                </a:solidFill>
                <a:latin typeface="Arial"/>
                <a:ea typeface="Arial"/>
                <a:cs typeface="Arial"/>
              </a:defRPr>
            </a:pPr>
            <a:r>
              <a:rPr sz="1800" b="0">
                <a:solidFill>
                  <a:srgbClr val="52657A"/>
                </a:solidFill>
                <a:latin typeface="Arial"/>
                <a:ea typeface="Arial"/>
                <a:cs typeface="Arial"/>
              </a:rPr>
              <a:t>analysis and export requests</a:t>
            </a:r>
          </a:p>
        </p:txBody>
      </p:sp>
      <p:cxnSp>
        <p:nvCxnSpPr>
          <p:cNvPr id="10" name="">
            <a:extLst xmlns:a="http://schemas.openxmlformats.org/drawingml/2006/main">
              <a:ext uri="{FF2B5EF4-FFF2-40B4-BE49-F238E27FC236}">
                <a16:creationId xmlns:a16="http://schemas.microsoft.com/office/drawing/2014/main" id="{9D7E981C-56C1-4A78-860E-6063E5C2A365}"/>
              </a:ext>
            </a:extLst>
          </p:cNvPr>
          <p:cNvCxnSpPr/>
          <p:nvPr/>
        </p:nvCxnSpPr>
        <p:spPr>
          <a:xfrm xmlns:a="http://schemas.openxmlformats.org/drawingml/2006/main">
            <a:off x="8191500" y="5191125"/>
            <a:ext cx="0" cy="238125"/>
          </a:xfrm>
          <a:prstGeom xmlns:a="http://schemas.openxmlformats.org/drawingml/2006/main" prst="straightConnector1">
            <a:avLst/>
          </a:prstGeom>
          <a:ln xmlns:a="http://schemas.openxmlformats.org/drawingml/2006/main" w="19050">
            <a:solidFill>
              <a:srgbClr val="52657A"/>
            </a:solidFill>
          </a:ln>
        </p:spPr>
      </p:cxnSp>
      <p:cxnSp>
        <p:nvCxnSpPr>
          <p:cNvPr id="11" name="">
            <a:extLst xmlns:a="http://schemas.openxmlformats.org/drawingml/2006/main">
              <a:ext uri="{FF2B5EF4-FFF2-40B4-BE49-F238E27FC236}">
                <a16:creationId xmlns:a16="http://schemas.microsoft.com/office/drawing/2014/main" id="{3654D4B8-B82F-4AEE-BC0E-43199933BA9B}"/>
              </a:ext>
            </a:extLst>
          </p:cNvPr>
          <p:cNvCxnSpPr/>
          <p:nvPr/>
        </p:nvCxnSpPr>
        <p:spPr>
          <a:xfrm xmlns:a="http://schemas.openxmlformats.org/drawingml/2006/main">
            <a:off x="2047875" y="5429250"/>
            <a:ext cx="6143625" cy="0"/>
          </a:xfrm>
          <a:prstGeom xmlns:a="http://schemas.openxmlformats.org/drawingml/2006/main" prst="straightConnector1">
            <a:avLst/>
          </a:prstGeom>
          <a:ln xmlns:a="http://schemas.openxmlformats.org/drawingml/2006/main" w="19050">
            <a:solidFill>
              <a:srgbClr val="52657A"/>
            </a:solidFill>
          </a:ln>
        </p:spPr>
      </p:cxnSp>
      <p:cxnSp>
        <p:nvCxnSpPr>
          <p:cNvPr id="12" name="">
            <a:extLst xmlns:a="http://schemas.openxmlformats.org/drawingml/2006/main">
              <a:ext uri="{FF2B5EF4-FFF2-40B4-BE49-F238E27FC236}">
                <a16:creationId xmlns:a16="http://schemas.microsoft.com/office/drawing/2014/main" id="{3FD7A061-F4B2-4E2D-9713-E56853963C4C}"/>
              </a:ext>
            </a:extLst>
          </p:cNvPr>
          <p:cNvCxnSpPr/>
          <p:nvPr/>
        </p:nvCxnSpPr>
        <p:spPr>
          <a:xfrm xmlns:a="http://schemas.openxmlformats.org/drawingml/2006/main">
            <a:off x="2047875" y="4429125"/>
            <a:ext cx="0" cy="1000125"/>
          </a:xfrm>
          <a:prstGeom xmlns:a="http://schemas.openxmlformats.org/drawingml/2006/main" prst="straightConnector1">
            <a:avLst/>
          </a:prstGeom>
          <a:ln xmlns:a="http://schemas.openxmlformats.org/drawingml/2006/main" w="19050">
            <a:solidFill>
              <a:srgbClr val="52657A"/>
            </a:solidFill>
            <a:headEnd type="triangle" w="med" len="med"/>
          </a:ln>
        </p:spPr>
      </p:cxnSp>
      <p:sp>
        <p:nvSpPr>
          <p:cNvPr id="13" name="">
            <a:extLst xmlns:a="http://schemas.openxmlformats.org/drawingml/2006/main">
              <a:ext uri="{FF2B5EF4-FFF2-40B4-BE49-F238E27FC236}">
                <a16:creationId xmlns:a16="http://schemas.microsoft.com/office/drawing/2014/main" id="{DF750343-7A96-462D-911E-AB5B2F753D09}"/>
              </a:ext>
            </a:extLst>
          </p:cNvPr>
          <p:cNvSpPr>
            <a:spLocks xmlns:a="http://schemas.openxmlformats.org/drawingml/2006/main" noGrp="1"/>
          </p:cNvSpPr>
          <p:nvPr/>
        </p:nvSpPr>
        <p:spPr>
          <a:xfrm xmlns:a="http://schemas.openxmlformats.org/drawingml/2006/main">
            <a:off x="3238500" y="571500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52657A"/>
                </a:solidFill>
                <a:latin typeface="Arial"/>
                <a:ea typeface="Arial"/>
                <a:cs typeface="Arial"/>
              </a:defRPr>
            </a:defPPr>
            <a:lvl1pPr algn="l">
              <a:defRPr sz="1875" b="0">
                <a:solidFill>
                  <a:srgbClr val="52657A"/>
                </a:solidFill>
                <a:latin typeface="Arial"/>
                <a:ea typeface="Arial"/>
                <a:cs typeface="Arial"/>
              </a:defRPr>
            </a:lvl1pPr>
            <a:lvl2pPr algn="l">
              <a:defRPr sz="1875" b="0">
                <a:solidFill>
                  <a:srgbClr val="52657A"/>
                </a:solidFill>
                <a:latin typeface="Arial"/>
                <a:ea typeface="Arial"/>
                <a:cs typeface="Arial"/>
              </a:defRPr>
            </a:lvl2pPr>
            <a:lvl3pPr algn="l">
              <a:defRPr sz="1875" b="0">
                <a:solidFill>
                  <a:srgbClr val="52657A"/>
                </a:solidFill>
                <a:latin typeface="Arial"/>
                <a:ea typeface="Arial"/>
                <a:cs typeface="Arial"/>
              </a:defRPr>
            </a:lvl3pPr>
            <a:lvl4pPr algn="l">
              <a:defRPr sz="1875" b="0">
                <a:solidFill>
                  <a:srgbClr val="52657A"/>
                </a:solidFill>
                <a:latin typeface="Arial"/>
                <a:ea typeface="Arial"/>
                <a:cs typeface="Arial"/>
              </a:defRPr>
            </a:lvl4pPr>
            <a:lvl5pPr algn="l">
              <a:defRPr sz="1875" b="0">
                <a:solidFill>
                  <a:srgbClr val="52657A"/>
                </a:solidFill>
                <a:latin typeface="Arial"/>
                <a:ea typeface="Arial"/>
                <a:cs typeface="Arial"/>
              </a:defRPr>
            </a:lvl5pPr>
            <a:lvl6pPr algn="l">
              <a:defRPr sz="1875" b="0">
                <a:solidFill>
                  <a:srgbClr val="52657A"/>
                </a:solidFill>
                <a:latin typeface="Arial"/>
                <a:ea typeface="Arial"/>
                <a:cs typeface="Arial"/>
              </a:defRPr>
            </a:lvl6pPr>
            <a:lvl7pPr algn="l">
              <a:defRPr sz="1875" b="0">
                <a:solidFill>
                  <a:srgbClr val="52657A"/>
                </a:solidFill>
                <a:latin typeface="Arial"/>
                <a:ea typeface="Arial"/>
                <a:cs typeface="Arial"/>
              </a:defRPr>
            </a:lvl7pPr>
            <a:lvl8pPr algn="l">
              <a:defRPr sz="1875" b="0">
                <a:solidFill>
                  <a:srgbClr val="52657A"/>
                </a:solidFill>
                <a:latin typeface="Arial"/>
                <a:ea typeface="Arial"/>
                <a:cs typeface="Arial"/>
              </a:defRPr>
            </a:lvl8pPr>
            <a:lvl9pPr algn="l">
              <a:defRPr sz="1875" b="0">
                <a:solidFill>
                  <a:srgbClr val="52657A"/>
                </a:solidFill>
                <a:latin typeface="Arial"/>
                <a:ea typeface="Arial"/>
                <a:cs typeface="Arial"/>
              </a:defRPr>
            </a:lvl9pPr>
          </a:lstStyle>
          <a:p xmlns:a="http://schemas.openxmlformats.org/drawingml/2006/main">
            <a:pPr algn="l">
              <a:defRPr sz="1875" b="0">
                <a:solidFill>
                  <a:srgbClr val="52657A"/>
                </a:solidFill>
                <a:latin typeface="Arial"/>
                <a:ea typeface="Arial"/>
                <a:cs typeface="Arial"/>
              </a:defRPr>
            </a:pPr>
            <a:r>
              <a:rPr sz="1875" b="0">
                <a:solidFill>
                  <a:srgbClr val="52657A"/>
                </a:solidFill>
                <a:latin typeface="Arial"/>
                <a:ea typeface="Arial"/>
                <a:cs typeface="Arial"/>
              </a:rPr>
              <a:t>Reports, diagrams, answers,</a:t>
            </a:r>
          </a:p>
          <a:p xmlns:a="http://schemas.openxmlformats.org/drawingml/2006/main">
            <a:pPr algn="l">
              <a:defRPr sz="1875" b="0">
                <a:solidFill>
                  <a:srgbClr val="52657A"/>
                </a:solidFill>
                <a:latin typeface="Arial"/>
                <a:ea typeface="Arial"/>
                <a:cs typeface="Arial"/>
              </a:defRPr>
            </a:pPr>
            <a:r>
              <a:rPr sz="1875" b="0">
                <a:solidFill>
                  <a:srgbClr val="52657A"/>
                </a:solidFill>
                <a:latin typeface="Arial"/>
                <a:ea typeface="Arial"/>
                <a:cs typeface="Arial"/>
              </a:rPr>
              <a:t>source references, errors</a:t>
            </a:r>
          </a:p>
        </p:txBody>
      </p:sp>
      <p:sp>
        <p:nvSpPr>
          <p:cNvPr id="14" name="">
            <a:extLst xmlns:a="http://schemas.openxmlformats.org/drawingml/2006/main">
              <a:ext uri="{FF2B5EF4-FFF2-40B4-BE49-F238E27FC236}">
                <a16:creationId xmlns:a16="http://schemas.microsoft.com/office/drawing/2014/main" id="{80618E24-026C-4EB3-88D5-48C0B4CBFEF6}"/>
              </a:ext>
            </a:extLst>
          </p:cNvPr>
          <p:cNvSpPr>
            <a:spLocks xmlns:a="http://schemas.openxmlformats.org/drawingml/2006/main" noGrp="1"/>
          </p:cNvSpPr>
          <p:nvPr/>
        </p:nvSpPr>
        <p:spPr>
          <a:xfrm xmlns:a="http://schemas.openxmlformats.org/drawingml/2006/main">
            <a:off x="857250" y="6705600"/>
            <a:ext cx="1200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2657A"/>
                </a:solidFill>
                <a:latin typeface="Arial"/>
                <a:ea typeface="Arial"/>
                <a:cs typeface="Arial"/>
              </a:defRPr>
            </a:defPPr>
            <a:lvl1pPr algn="l">
              <a:defRPr sz="1800" b="0">
                <a:solidFill>
                  <a:srgbClr val="52657A"/>
                </a:solidFill>
                <a:latin typeface="Arial"/>
                <a:ea typeface="Arial"/>
                <a:cs typeface="Arial"/>
              </a:defRPr>
            </a:lvl1pPr>
            <a:lvl2pPr algn="l">
              <a:defRPr sz="1800" b="0">
                <a:solidFill>
                  <a:srgbClr val="52657A"/>
                </a:solidFill>
                <a:latin typeface="Arial"/>
                <a:ea typeface="Arial"/>
                <a:cs typeface="Arial"/>
              </a:defRPr>
            </a:lvl2pPr>
            <a:lvl3pPr algn="l">
              <a:defRPr sz="1800" b="0">
                <a:solidFill>
                  <a:srgbClr val="52657A"/>
                </a:solidFill>
                <a:latin typeface="Arial"/>
                <a:ea typeface="Arial"/>
                <a:cs typeface="Arial"/>
              </a:defRPr>
            </a:lvl3pPr>
            <a:lvl4pPr algn="l">
              <a:defRPr sz="1800" b="0">
                <a:solidFill>
                  <a:srgbClr val="52657A"/>
                </a:solidFill>
                <a:latin typeface="Arial"/>
                <a:ea typeface="Arial"/>
                <a:cs typeface="Arial"/>
              </a:defRPr>
            </a:lvl4pPr>
            <a:lvl5pPr algn="l">
              <a:defRPr sz="1800" b="0">
                <a:solidFill>
                  <a:srgbClr val="52657A"/>
                </a:solidFill>
                <a:latin typeface="Arial"/>
                <a:ea typeface="Arial"/>
                <a:cs typeface="Arial"/>
              </a:defRPr>
            </a:lvl5pPr>
            <a:lvl6pPr algn="l">
              <a:defRPr sz="1800" b="0">
                <a:solidFill>
                  <a:srgbClr val="52657A"/>
                </a:solidFill>
                <a:latin typeface="Arial"/>
                <a:ea typeface="Arial"/>
                <a:cs typeface="Arial"/>
              </a:defRPr>
            </a:lvl6pPr>
            <a:lvl7pPr algn="l">
              <a:defRPr sz="1800" b="0">
                <a:solidFill>
                  <a:srgbClr val="52657A"/>
                </a:solidFill>
                <a:latin typeface="Arial"/>
                <a:ea typeface="Arial"/>
                <a:cs typeface="Arial"/>
              </a:defRPr>
            </a:lvl7pPr>
            <a:lvl8pPr algn="l">
              <a:defRPr sz="1800" b="0">
                <a:solidFill>
                  <a:srgbClr val="52657A"/>
                </a:solidFill>
                <a:latin typeface="Arial"/>
                <a:ea typeface="Arial"/>
                <a:cs typeface="Arial"/>
              </a:defRPr>
            </a:lvl8pPr>
            <a:lvl9pPr algn="l">
              <a:defRPr sz="1800" b="0">
                <a:solidFill>
                  <a:srgbClr val="52657A"/>
                </a:solidFill>
                <a:latin typeface="Arial"/>
                <a:ea typeface="Arial"/>
                <a:cs typeface="Arial"/>
              </a:defRPr>
            </a:lvl9pPr>
          </a:lstStyle>
          <a:p xmlns:a="http://schemas.openxmlformats.org/drawingml/2006/main">
            <a:pPr algn="l">
              <a:defRPr sz="1800" b="0">
                <a:solidFill>
                  <a:srgbClr val="52657A"/>
                </a:solidFill>
                <a:latin typeface="Arial"/>
                <a:ea typeface="Arial"/>
                <a:cs typeface="Arial"/>
              </a:defRPr>
            </a:pPr>
            <a:r>
              <a:rPr sz="1800" b="0">
                <a:solidFill>
                  <a:srgbClr val="52657A"/>
                </a:solidFill>
                <a:latin typeface="Arial"/>
                <a:ea typeface="Arial"/>
                <a:cs typeface="Arial"/>
              </a:rPr>
              <a:t>Context boundary includes the interface, backend, local models, and local storage.</a:t>
            </a:r>
          </a:p>
        </p:txBody>
      </p:sp>
    </p:spTree>
    <p:extLst>
      <p:ext uri="{BB962C8B-B14F-4D97-AF65-F5344CB8AC3E}">
        <p14:creationId xmlns:p14="http://schemas.microsoft.com/office/powerpoint/2010/main" val="2036637071"/>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5415C376-641D-414A-9379-40FAB1C372FD}"/>
              </a:ext>
            </a:extLst>
          </p:cNvPr>
          <p:cNvCxnSpPr>
            <a:stCxn xmlns:a="http://schemas.openxmlformats.org/drawingml/2006/main" id="13" idx="1"/>
            <a:endCxn xmlns:a="http://schemas.openxmlformats.org/drawingml/2006/main" id="14" idx="3"/>
          </p:cNvCxnSpPr>
          <p:nvPr/>
        </p:nvCxnSpPr>
        <p:spPr>
          <a:xfrm xmlns:a="http://schemas.openxmlformats.org/drawingml/2006/main" flipH="1">
            <a:off x="6762750" y="6024563"/>
            <a:ext cx="3238500" cy="71438"/>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30" name="">
            <a:extLst xmlns:a="http://schemas.openxmlformats.org/drawingml/2006/main">
              <a:ext uri="{FF2B5EF4-FFF2-40B4-BE49-F238E27FC236}">
                <a16:creationId xmlns:a16="http://schemas.microsoft.com/office/drawing/2014/main" id="{3934AAAB-44EF-4826-A5A7-AC567542C915}"/>
              </a:ext>
            </a:extLst>
          </p:cNvPr>
          <p:cNvCxnSpPr>
            <a:stCxn xmlns:a="http://schemas.openxmlformats.org/drawingml/2006/main" id="9" idx="2"/>
            <a:endCxn xmlns:a="http://schemas.openxmlformats.org/drawingml/2006/main" id="13" idx="0"/>
          </p:cNvCxnSpPr>
          <p:nvPr/>
        </p:nvCxnSpPr>
        <p:spPr>
          <a:xfrm xmlns:a="http://schemas.openxmlformats.org/drawingml/2006/main">
            <a:off x="11430000" y="2809875"/>
            <a:ext cx="0" cy="285750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28" name="">
            <a:extLst xmlns:a="http://schemas.openxmlformats.org/drawingml/2006/main">
              <a:ext uri="{FF2B5EF4-FFF2-40B4-BE49-F238E27FC236}">
                <a16:creationId xmlns:a16="http://schemas.microsoft.com/office/drawing/2014/main" id="{11CCF60E-8C81-4503-9E46-594656738381}"/>
              </a:ext>
            </a:extLst>
          </p:cNvPr>
          <p:cNvCxnSpPr>
            <a:stCxn xmlns:a="http://schemas.openxmlformats.org/drawingml/2006/main" id="11" idx="2"/>
            <a:endCxn xmlns:a="http://schemas.openxmlformats.org/drawingml/2006/main" id="14" idx="0"/>
          </p:cNvCxnSpPr>
          <p:nvPr/>
        </p:nvCxnSpPr>
        <p:spPr>
          <a:xfrm xmlns:a="http://schemas.openxmlformats.org/drawingml/2006/main">
            <a:off x="5357813" y="4476750"/>
            <a:ext cx="0" cy="1190625"/>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B3C9FB6A-351A-40E3-8CE1-239F9C099E7D}"/>
              </a:ext>
            </a:extLst>
          </p:cNvPr>
          <p:cNvCxnSpPr>
            <a:stCxn xmlns:a="http://schemas.openxmlformats.org/drawingml/2006/main" id="12" idx="3"/>
            <a:endCxn xmlns:a="http://schemas.openxmlformats.org/drawingml/2006/main" id="9" idx="2"/>
          </p:cNvCxnSpPr>
          <p:nvPr/>
        </p:nvCxnSpPr>
        <p:spPr>
          <a:xfrm xmlns:a="http://schemas.openxmlformats.org/drawingml/2006/main" flipV="1">
            <a:off x="10191750" y="2809875"/>
            <a:ext cx="1238250" cy="1309688"/>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C95CF499-DAB9-4089-B22D-1937E16A3E5C}"/>
              </a:ext>
            </a:extLst>
          </p:cNvPr>
          <p:cNvCxnSpPr>
            <a:stCxn xmlns:a="http://schemas.openxmlformats.org/drawingml/2006/main" id="8" idx="2"/>
            <a:endCxn xmlns:a="http://schemas.openxmlformats.org/drawingml/2006/main" id="12" idx="0"/>
          </p:cNvCxnSpPr>
          <p:nvPr/>
        </p:nvCxnSpPr>
        <p:spPr>
          <a:xfrm xmlns:a="http://schemas.openxmlformats.org/drawingml/2006/main">
            <a:off x="7953375" y="2809875"/>
            <a:ext cx="904875" cy="95250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DA00B495-6116-4C65-B5A6-6C8D81DC9B32}"/>
              </a:ext>
            </a:extLst>
          </p:cNvPr>
          <p:cNvCxnSpPr>
            <a:stCxn xmlns:a="http://schemas.openxmlformats.org/drawingml/2006/main" id="7" idx="2"/>
            <a:endCxn xmlns:a="http://schemas.openxmlformats.org/drawingml/2006/main" id="11" idx="0"/>
          </p:cNvCxnSpPr>
          <p:nvPr/>
        </p:nvCxnSpPr>
        <p:spPr>
          <a:xfrm xmlns:a="http://schemas.openxmlformats.org/drawingml/2006/main">
            <a:off x="4810125" y="2809875"/>
            <a:ext cx="547688" cy="95250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987AF58F-848D-4451-A8BA-8A433E5D8A52}"/>
              </a:ext>
            </a:extLst>
          </p:cNvPr>
          <p:cNvCxnSpPr>
            <a:stCxn xmlns:a="http://schemas.openxmlformats.org/drawingml/2006/main" id="6" idx="2"/>
            <a:endCxn xmlns:a="http://schemas.openxmlformats.org/drawingml/2006/main" id="10" idx="0"/>
          </p:cNvCxnSpPr>
          <p:nvPr/>
        </p:nvCxnSpPr>
        <p:spPr>
          <a:xfrm xmlns:a="http://schemas.openxmlformats.org/drawingml/2006/main">
            <a:off x="1666875" y="2809875"/>
            <a:ext cx="238125" cy="95250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509BEC9C-DC1E-470F-BDB2-F726A3E01701}"/>
              </a:ext>
            </a:extLst>
          </p:cNvPr>
          <p:cNvCxnSpPr>
            <a:stCxn xmlns:a="http://schemas.openxmlformats.org/drawingml/2006/main" id="8" idx="3"/>
            <a:endCxn xmlns:a="http://schemas.openxmlformats.org/drawingml/2006/main" id="9" idx="1"/>
          </p:cNvCxnSpPr>
          <p:nvPr/>
        </p:nvCxnSpPr>
        <p:spPr>
          <a:xfrm xmlns:a="http://schemas.openxmlformats.org/drawingml/2006/main">
            <a:off x="9048750" y="2357438"/>
            <a:ext cx="9525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CFBC1979-C101-4670-A074-15BCC6D6AFC4}"/>
              </a:ext>
            </a:extLst>
          </p:cNvPr>
          <p:cNvCxnSpPr>
            <a:stCxn xmlns:a="http://schemas.openxmlformats.org/drawingml/2006/main" id="7" idx="3"/>
            <a:endCxn xmlns:a="http://schemas.openxmlformats.org/drawingml/2006/main" id="8" idx="1"/>
          </p:cNvCxnSpPr>
          <p:nvPr/>
        </p:nvCxnSpPr>
        <p:spPr>
          <a:xfrm xmlns:a="http://schemas.openxmlformats.org/drawingml/2006/main">
            <a:off x="5905500" y="2357438"/>
            <a:ext cx="9525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FA475AA2-EC1A-4995-AAF0-C321DB45C3E8}"/>
              </a:ext>
            </a:extLst>
          </p:cNvPr>
          <p:cNvCxnSpPr>
            <a:stCxn xmlns:a="http://schemas.openxmlformats.org/drawingml/2006/main" id="6" idx="3"/>
            <a:endCxn xmlns:a="http://schemas.openxmlformats.org/drawingml/2006/main" id="7" idx="1"/>
          </p:cNvCxnSpPr>
          <p:nvPr/>
        </p:nvCxnSpPr>
        <p:spPr>
          <a:xfrm xmlns:a="http://schemas.openxmlformats.org/drawingml/2006/main">
            <a:off x="2762250" y="2357438"/>
            <a:ext cx="9525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sp>
        <p:nvSpPr>
          <p:cNvPr id="35" name="">
            <a:extLst xmlns:a="http://schemas.openxmlformats.org/drawingml/2006/main">
              <a:ext uri="{FF2B5EF4-FFF2-40B4-BE49-F238E27FC236}">
                <a16:creationId xmlns:a16="http://schemas.microsoft.com/office/drawing/2014/main" id="{D3E72061-3AEB-41EB-B513-16206E7EE769}"/>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Data-flow diagram level 1</a:t>
            </a:r>
          </a:p>
        </p:txBody>
      </p:sp>
      <p:sp>
        <p:nvSpPr>
          <p:cNvPr id="2" name="">
            <a:extLst xmlns:a="http://schemas.openxmlformats.org/drawingml/2006/main">
              <a:ext uri="{FF2B5EF4-FFF2-40B4-BE49-F238E27FC236}">
                <a16:creationId xmlns:a16="http://schemas.microsoft.com/office/drawing/2014/main" id="{08EC8FBA-9CEA-4369-85EC-4E42B2AAB2AF}"/>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475FB760-D702-447A-9BA9-3DFAEF1D5482}"/>
              </a:ext>
            </a:extLst>
          </p:cNvPr>
          <p:cNvPicPr>
            <a:picLocks xmlns:a="http://schemas.openxmlformats.org/drawingml/2006/main" noChangeAspect="1"/>
          </p:cNvPicPr>
          <p:nvPr/>
        </p:nvPicPr>
        <p:blipFill>
          <a:blip xmlns:r="http://schemas.openxmlformats.org/officeDocument/2006/relationships" xmlns:a="http://schemas.openxmlformats.org/drawingml/2006/main" r:embed="R639d2388ef714045"/>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22466C-0C36-4202-85E1-6ECAB106A713}"/>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46330A0D-A9E4-4EEE-82AD-1FB32498975C}"/>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12</a:t>
            </a:r>
          </a:p>
        </p:txBody>
      </p:sp>
      <p:sp>
        <p:nvSpPr>
          <p:cNvPr id="6" name="1.0 Validate and import">
            <a:extLst xmlns:a="http://schemas.openxmlformats.org/drawingml/2006/main">
              <a:ext uri="{FF2B5EF4-FFF2-40B4-BE49-F238E27FC236}">
                <a16:creationId xmlns:a16="http://schemas.microsoft.com/office/drawing/2014/main" id="{CB193C39-4B74-4E13-9B8A-00D809FF9449}"/>
              </a:ext>
            </a:extLst>
          </p:cNvPr>
          <p:cNvSpPr>
            <a:spLocks xmlns:a="http://schemas.openxmlformats.org/drawingml/2006/main" noGrp="1"/>
          </p:cNvSpPr>
          <p:nvPr/>
        </p:nvSpPr>
        <p:spPr>
          <a:xfrm xmlns:a="http://schemas.openxmlformats.org/drawingml/2006/main">
            <a:off x="571500" y="1905000"/>
            <a:ext cx="2190750" cy="904875"/>
          </a:xfrm>
          <a:prstGeom xmlns:a="http://schemas.openxmlformats.org/drawingml/2006/main" prst="roundRect">
            <a:avLst>
              <a:gd name="adj" fmla="val 8421"/>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1.0</a:t>
            </a:r>
          </a:p>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Validate and import</a:t>
            </a:r>
          </a:p>
        </p:txBody>
      </p:sp>
      <p:sp>
        <p:nvSpPr>
          <p:cNvPr id="7" name="2.0 Analyze source">
            <a:extLst xmlns:a="http://schemas.openxmlformats.org/drawingml/2006/main">
              <a:ext uri="{FF2B5EF4-FFF2-40B4-BE49-F238E27FC236}">
                <a16:creationId xmlns:a16="http://schemas.microsoft.com/office/drawing/2014/main" id="{47B2EADF-E584-4049-B523-566DA25E35D0}"/>
              </a:ext>
            </a:extLst>
          </p:cNvPr>
          <p:cNvSpPr>
            <a:spLocks xmlns:a="http://schemas.openxmlformats.org/drawingml/2006/main" noGrp="1"/>
          </p:cNvSpPr>
          <p:nvPr/>
        </p:nvSpPr>
        <p:spPr>
          <a:xfrm xmlns:a="http://schemas.openxmlformats.org/drawingml/2006/main">
            <a:off x="3714750" y="1905000"/>
            <a:ext cx="2190750" cy="904875"/>
          </a:xfrm>
          <a:prstGeom xmlns:a="http://schemas.openxmlformats.org/drawingml/2006/main" prst="roundRect">
            <a:avLst>
              <a:gd name="adj" fmla="val 8421"/>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2.0</a:t>
            </a:r>
          </a:p>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Analyze source</a:t>
            </a:r>
          </a:p>
        </p:txBody>
      </p:sp>
      <p:sp>
        <p:nvSpPr>
          <p:cNvPr id="8" name="3.0 Index source">
            <a:extLst xmlns:a="http://schemas.openxmlformats.org/drawingml/2006/main">
              <a:ext uri="{FF2B5EF4-FFF2-40B4-BE49-F238E27FC236}">
                <a16:creationId xmlns:a16="http://schemas.microsoft.com/office/drawing/2014/main" id="{4B6DEE54-2072-4C5B-AC1E-05DAD223B0A4}"/>
              </a:ext>
            </a:extLst>
          </p:cNvPr>
          <p:cNvSpPr>
            <a:spLocks xmlns:a="http://schemas.openxmlformats.org/drawingml/2006/main" noGrp="1"/>
          </p:cNvSpPr>
          <p:nvPr/>
        </p:nvSpPr>
        <p:spPr>
          <a:xfrm xmlns:a="http://schemas.openxmlformats.org/drawingml/2006/main">
            <a:off x="6858000" y="1905000"/>
            <a:ext cx="2190750" cy="904875"/>
          </a:xfrm>
          <a:prstGeom xmlns:a="http://schemas.openxmlformats.org/drawingml/2006/main" prst="roundRect">
            <a:avLst>
              <a:gd name="adj" fmla="val 8421"/>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3.0</a:t>
            </a:r>
          </a:p>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Index source</a:t>
            </a:r>
          </a:p>
        </p:txBody>
      </p:sp>
      <p:sp>
        <p:nvSpPr>
          <p:cNvPr id="9" name="4.0 Retrieve and explain">
            <a:extLst xmlns:a="http://schemas.openxmlformats.org/drawingml/2006/main">
              <a:ext uri="{FF2B5EF4-FFF2-40B4-BE49-F238E27FC236}">
                <a16:creationId xmlns:a16="http://schemas.microsoft.com/office/drawing/2014/main" id="{A1F913CD-503B-4FAE-BC7B-B57409BCFB66}"/>
              </a:ext>
            </a:extLst>
          </p:cNvPr>
          <p:cNvSpPr>
            <a:spLocks xmlns:a="http://schemas.openxmlformats.org/drawingml/2006/main" noGrp="1"/>
          </p:cNvSpPr>
          <p:nvPr/>
        </p:nvSpPr>
        <p:spPr>
          <a:xfrm xmlns:a="http://schemas.openxmlformats.org/drawingml/2006/main">
            <a:off x="10001250" y="1905000"/>
            <a:ext cx="2857500" cy="904875"/>
          </a:xfrm>
          <a:prstGeom xmlns:a="http://schemas.openxmlformats.org/drawingml/2006/main" prst="roundRect">
            <a:avLst>
              <a:gd name="adj" fmla="val 8421"/>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4.0</a:t>
            </a:r>
          </a:p>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Retrieve and explain</a:t>
            </a:r>
          </a:p>
        </p:txBody>
      </p:sp>
      <p:sp>
        <p:nvSpPr>
          <p:cNvPr id="10" name="D1  Source snapshots">
            <a:extLst xmlns:a="http://schemas.openxmlformats.org/drawingml/2006/main">
              <a:ext uri="{FF2B5EF4-FFF2-40B4-BE49-F238E27FC236}">
                <a16:creationId xmlns:a16="http://schemas.microsoft.com/office/drawing/2014/main" id="{346975FB-E575-407E-884D-20BCD78B7AE8}"/>
              </a:ext>
            </a:extLst>
          </p:cNvPr>
          <p:cNvSpPr>
            <a:spLocks xmlns:a="http://schemas.openxmlformats.org/drawingml/2006/main" noGrp="1"/>
          </p:cNvSpPr>
          <p:nvPr/>
        </p:nvSpPr>
        <p:spPr>
          <a:xfrm xmlns:a="http://schemas.openxmlformats.org/drawingml/2006/main">
            <a:off x="619125" y="3762375"/>
            <a:ext cx="25717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575" b="0">
                <a:solidFill>
                  <a:srgbClr val="1C2D44"/>
                </a:solidFill>
                <a:latin typeface="Arial"/>
                <a:ea typeface="Arial"/>
                <a:cs typeface="Arial"/>
              </a:defRPr>
            </a:defPPr>
            <a:lvl1pPr algn="ctr">
              <a:defRPr sz="1575" b="0">
                <a:solidFill>
                  <a:srgbClr val="1C2D44"/>
                </a:solidFill>
                <a:latin typeface="Arial"/>
                <a:ea typeface="Arial"/>
                <a:cs typeface="Arial"/>
              </a:defRPr>
            </a:lvl1pPr>
            <a:lvl2pPr algn="ctr">
              <a:defRPr sz="1575" b="0">
                <a:solidFill>
                  <a:srgbClr val="1C2D44"/>
                </a:solidFill>
                <a:latin typeface="Arial"/>
                <a:ea typeface="Arial"/>
                <a:cs typeface="Arial"/>
              </a:defRPr>
            </a:lvl2pPr>
            <a:lvl3pPr algn="ctr">
              <a:defRPr sz="1575" b="0">
                <a:solidFill>
                  <a:srgbClr val="1C2D44"/>
                </a:solidFill>
                <a:latin typeface="Arial"/>
                <a:ea typeface="Arial"/>
                <a:cs typeface="Arial"/>
              </a:defRPr>
            </a:lvl3pPr>
            <a:lvl4pPr algn="ctr">
              <a:defRPr sz="1575" b="0">
                <a:solidFill>
                  <a:srgbClr val="1C2D44"/>
                </a:solidFill>
                <a:latin typeface="Arial"/>
                <a:ea typeface="Arial"/>
                <a:cs typeface="Arial"/>
              </a:defRPr>
            </a:lvl4pPr>
            <a:lvl5pPr algn="ctr">
              <a:defRPr sz="1575" b="0">
                <a:solidFill>
                  <a:srgbClr val="1C2D44"/>
                </a:solidFill>
                <a:latin typeface="Arial"/>
                <a:ea typeface="Arial"/>
                <a:cs typeface="Arial"/>
              </a:defRPr>
            </a:lvl5pPr>
            <a:lvl6pPr algn="ctr">
              <a:defRPr sz="1575" b="0">
                <a:solidFill>
                  <a:srgbClr val="1C2D44"/>
                </a:solidFill>
                <a:latin typeface="Arial"/>
                <a:ea typeface="Arial"/>
                <a:cs typeface="Arial"/>
              </a:defRPr>
            </a:lvl6pPr>
            <a:lvl7pPr algn="ctr">
              <a:defRPr sz="1575" b="0">
                <a:solidFill>
                  <a:srgbClr val="1C2D44"/>
                </a:solidFill>
                <a:latin typeface="Arial"/>
                <a:ea typeface="Arial"/>
                <a:cs typeface="Arial"/>
              </a:defRPr>
            </a:lvl7pPr>
            <a:lvl8pPr algn="ctr">
              <a:defRPr sz="1575" b="0">
                <a:solidFill>
                  <a:srgbClr val="1C2D44"/>
                </a:solidFill>
                <a:latin typeface="Arial"/>
                <a:ea typeface="Arial"/>
                <a:cs typeface="Arial"/>
              </a:defRPr>
            </a:lvl8pPr>
            <a:lvl9pPr algn="ctr">
              <a:defRPr sz="1575" b="0">
                <a:solidFill>
                  <a:srgbClr val="1C2D44"/>
                </a:solidFill>
                <a:latin typeface="Arial"/>
                <a:ea typeface="Arial"/>
                <a:cs typeface="Arial"/>
              </a:defRPr>
            </a:lvl9pPr>
          </a:lstStyle>
          <a:p xmlns:a="http://schemas.openxmlformats.org/drawingml/2006/main">
            <a:pPr algn="ctr">
              <a:defRPr sz="1575" b="0">
                <a:solidFill>
                  <a:srgbClr val="1C2D44"/>
                </a:solidFill>
                <a:latin typeface="Arial"/>
                <a:ea typeface="Arial"/>
                <a:cs typeface="Arial"/>
              </a:defRPr>
            </a:pPr>
            <a:r>
              <a:rPr sz="1575" b="0">
                <a:solidFill>
                  <a:srgbClr val="1C2D44"/>
                </a:solidFill>
                <a:latin typeface="Arial"/>
                <a:ea typeface="Arial"/>
                <a:cs typeface="Arial"/>
              </a:rPr>
              <a:t>D1  Source snapshots</a:t>
            </a:r>
          </a:p>
        </p:txBody>
      </p:sp>
      <p:sp>
        <p:nvSpPr>
          <p:cNvPr id="11" name="D2  Analysis and reports">
            <a:extLst xmlns:a="http://schemas.openxmlformats.org/drawingml/2006/main">
              <a:ext uri="{FF2B5EF4-FFF2-40B4-BE49-F238E27FC236}">
                <a16:creationId xmlns:a16="http://schemas.microsoft.com/office/drawing/2014/main" id="{CEAE25FC-17CD-43E8-8DDC-370ED3AC9F1D}"/>
              </a:ext>
            </a:extLst>
          </p:cNvPr>
          <p:cNvSpPr>
            <a:spLocks xmlns:a="http://schemas.openxmlformats.org/drawingml/2006/main" noGrp="1"/>
          </p:cNvSpPr>
          <p:nvPr/>
        </p:nvSpPr>
        <p:spPr>
          <a:xfrm xmlns:a="http://schemas.openxmlformats.org/drawingml/2006/main">
            <a:off x="3952875" y="3762375"/>
            <a:ext cx="2809875"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575" b="0">
                <a:solidFill>
                  <a:srgbClr val="1C2D44"/>
                </a:solidFill>
                <a:latin typeface="Arial"/>
                <a:ea typeface="Arial"/>
                <a:cs typeface="Arial"/>
              </a:defRPr>
            </a:defPPr>
            <a:lvl1pPr algn="ctr">
              <a:defRPr sz="1575" b="0">
                <a:solidFill>
                  <a:srgbClr val="1C2D44"/>
                </a:solidFill>
                <a:latin typeface="Arial"/>
                <a:ea typeface="Arial"/>
                <a:cs typeface="Arial"/>
              </a:defRPr>
            </a:lvl1pPr>
            <a:lvl2pPr algn="ctr">
              <a:defRPr sz="1575" b="0">
                <a:solidFill>
                  <a:srgbClr val="1C2D44"/>
                </a:solidFill>
                <a:latin typeface="Arial"/>
                <a:ea typeface="Arial"/>
                <a:cs typeface="Arial"/>
              </a:defRPr>
            </a:lvl2pPr>
            <a:lvl3pPr algn="ctr">
              <a:defRPr sz="1575" b="0">
                <a:solidFill>
                  <a:srgbClr val="1C2D44"/>
                </a:solidFill>
                <a:latin typeface="Arial"/>
                <a:ea typeface="Arial"/>
                <a:cs typeface="Arial"/>
              </a:defRPr>
            </a:lvl3pPr>
            <a:lvl4pPr algn="ctr">
              <a:defRPr sz="1575" b="0">
                <a:solidFill>
                  <a:srgbClr val="1C2D44"/>
                </a:solidFill>
                <a:latin typeface="Arial"/>
                <a:ea typeface="Arial"/>
                <a:cs typeface="Arial"/>
              </a:defRPr>
            </a:lvl4pPr>
            <a:lvl5pPr algn="ctr">
              <a:defRPr sz="1575" b="0">
                <a:solidFill>
                  <a:srgbClr val="1C2D44"/>
                </a:solidFill>
                <a:latin typeface="Arial"/>
                <a:ea typeface="Arial"/>
                <a:cs typeface="Arial"/>
              </a:defRPr>
            </a:lvl5pPr>
            <a:lvl6pPr algn="ctr">
              <a:defRPr sz="1575" b="0">
                <a:solidFill>
                  <a:srgbClr val="1C2D44"/>
                </a:solidFill>
                <a:latin typeface="Arial"/>
                <a:ea typeface="Arial"/>
                <a:cs typeface="Arial"/>
              </a:defRPr>
            </a:lvl6pPr>
            <a:lvl7pPr algn="ctr">
              <a:defRPr sz="1575" b="0">
                <a:solidFill>
                  <a:srgbClr val="1C2D44"/>
                </a:solidFill>
                <a:latin typeface="Arial"/>
                <a:ea typeface="Arial"/>
                <a:cs typeface="Arial"/>
              </a:defRPr>
            </a:lvl7pPr>
            <a:lvl8pPr algn="ctr">
              <a:defRPr sz="1575" b="0">
                <a:solidFill>
                  <a:srgbClr val="1C2D44"/>
                </a:solidFill>
                <a:latin typeface="Arial"/>
                <a:ea typeface="Arial"/>
                <a:cs typeface="Arial"/>
              </a:defRPr>
            </a:lvl8pPr>
            <a:lvl9pPr algn="ctr">
              <a:defRPr sz="1575" b="0">
                <a:solidFill>
                  <a:srgbClr val="1C2D44"/>
                </a:solidFill>
                <a:latin typeface="Arial"/>
                <a:ea typeface="Arial"/>
                <a:cs typeface="Arial"/>
              </a:defRPr>
            </a:lvl9pPr>
          </a:lstStyle>
          <a:p xmlns:a="http://schemas.openxmlformats.org/drawingml/2006/main">
            <a:pPr algn="ctr">
              <a:defRPr sz="1575" b="0">
                <a:solidFill>
                  <a:srgbClr val="1C2D44"/>
                </a:solidFill>
                <a:latin typeface="Arial"/>
                <a:ea typeface="Arial"/>
                <a:cs typeface="Arial"/>
              </a:defRPr>
            </a:pPr>
            <a:r>
              <a:rPr sz="1575" b="0">
                <a:solidFill>
                  <a:srgbClr val="1C2D44"/>
                </a:solidFill>
                <a:latin typeface="Arial"/>
                <a:ea typeface="Arial"/>
                <a:cs typeface="Arial"/>
              </a:rPr>
              <a:t>D2  Analysis and reports</a:t>
            </a:r>
          </a:p>
        </p:txBody>
      </p:sp>
      <p:sp>
        <p:nvSpPr>
          <p:cNvPr id="12" name="D3  Chunks and vectors">
            <a:extLst xmlns:a="http://schemas.openxmlformats.org/drawingml/2006/main">
              <a:ext uri="{FF2B5EF4-FFF2-40B4-BE49-F238E27FC236}">
                <a16:creationId xmlns:a16="http://schemas.microsoft.com/office/drawing/2014/main" id="{3C8D97EF-79B1-4A13-8B9F-D6D78DA7BE03}"/>
              </a:ext>
            </a:extLst>
          </p:cNvPr>
          <p:cNvSpPr>
            <a:spLocks xmlns:a="http://schemas.openxmlformats.org/drawingml/2006/main" noGrp="1"/>
          </p:cNvSpPr>
          <p:nvPr/>
        </p:nvSpPr>
        <p:spPr>
          <a:xfrm xmlns:a="http://schemas.openxmlformats.org/drawingml/2006/main">
            <a:off x="7524750" y="3762375"/>
            <a:ext cx="266700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575" b="0">
                <a:solidFill>
                  <a:srgbClr val="1C2D44"/>
                </a:solidFill>
                <a:latin typeface="Arial"/>
                <a:ea typeface="Arial"/>
                <a:cs typeface="Arial"/>
              </a:defRPr>
            </a:defPPr>
            <a:lvl1pPr algn="ctr">
              <a:defRPr sz="1575" b="0">
                <a:solidFill>
                  <a:srgbClr val="1C2D44"/>
                </a:solidFill>
                <a:latin typeface="Arial"/>
                <a:ea typeface="Arial"/>
                <a:cs typeface="Arial"/>
              </a:defRPr>
            </a:lvl1pPr>
            <a:lvl2pPr algn="ctr">
              <a:defRPr sz="1575" b="0">
                <a:solidFill>
                  <a:srgbClr val="1C2D44"/>
                </a:solidFill>
                <a:latin typeface="Arial"/>
                <a:ea typeface="Arial"/>
                <a:cs typeface="Arial"/>
              </a:defRPr>
            </a:lvl2pPr>
            <a:lvl3pPr algn="ctr">
              <a:defRPr sz="1575" b="0">
                <a:solidFill>
                  <a:srgbClr val="1C2D44"/>
                </a:solidFill>
                <a:latin typeface="Arial"/>
                <a:ea typeface="Arial"/>
                <a:cs typeface="Arial"/>
              </a:defRPr>
            </a:lvl3pPr>
            <a:lvl4pPr algn="ctr">
              <a:defRPr sz="1575" b="0">
                <a:solidFill>
                  <a:srgbClr val="1C2D44"/>
                </a:solidFill>
                <a:latin typeface="Arial"/>
                <a:ea typeface="Arial"/>
                <a:cs typeface="Arial"/>
              </a:defRPr>
            </a:lvl4pPr>
            <a:lvl5pPr algn="ctr">
              <a:defRPr sz="1575" b="0">
                <a:solidFill>
                  <a:srgbClr val="1C2D44"/>
                </a:solidFill>
                <a:latin typeface="Arial"/>
                <a:ea typeface="Arial"/>
                <a:cs typeface="Arial"/>
              </a:defRPr>
            </a:lvl5pPr>
            <a:lvl6pPr algn="ctr">
              <a:defRPr sz="1575" b="0">
                <a:solidFill>
                  <a:srgbClr val="1C2D44"/>
                </a:solidFill>
                <a:latin typeface="Arial"/>
                <a:ea typeface="Arial"/>
                <a:cs typeface="Arial"/>
              </a:defRPr>
            </a:lvl6pPr>
            <a:lvl7pPr algn="ctr">
              <a:defRPr sz="1575" b="0">
                <a:solidFill>
                  <a:srgbClr val="1C2D44"/>
                </a:solidFill>
                <a:latin typeface="Arial"/>
                <a:ea typeface="Arial"/>
                <a:cs typeface="Arial"/>
              </a:defRPr>
            </a:lvl7pPr>
            <a:lvl8pPr algn="ctr">
              <a:defRPr sz="1575" b="0">
                <a:solidFill>
                  <a:srgbClr val="1C2D44"/>
                </a:solidFill>
                <a:latin typeface="Arial"/>
                <a:ea typeface="Arial"/>
                <a:cs typeface="Arial"/>
              </a:defRPr>
            </a:lvl8pPr>
            <a:lvl9pPr algn="ctr">
              <a:defRPr sz="1575" b="0">
                <a:solidFill>
                  <a:srgbClr val="1C2D44"/>
                </a:solidFill>
                <a:latin typeface="Arial"/>
                <a:ea typeface="Arial"/>
                <a:cs typeface="Arial"/>
              </a:defRPr>
            </a:lvl9pPr>
          </a:lstStyle>
          <a:p xmlns:a="http://schemas.openxmlformats.org/drawingml/2006/main">
            <a:pPr algn="ctr">
              <a:defRPr sz="1575" b="0">
                <a:solidFill>
                  <a:srgbClr val="1C2D44"/>
                </a:solidFill>
                <a:latin typeface="Arial"/>
                <a:ea typeface="Arial"/>
                <a:cs typeface="Arial"/>
              </a:defRPr>
            </a:pPr>
            <a:r>
              <a:rPr sz="1575" b="0">
                <a:solidFill>
                  <a:srgbClr val="1C2D44"/>
                </a:solidFill>
                <a:latin typeface="Arial"/>
                <a:ea typeface="Arial"/>
                <a:cs typeface="Arial"/>
              </a:rPr>
              <a:t>D3  Chunks and vectors</a:t>
            </a:r>
          </a:p>
        </p:txBody>
      </p:sp>
      <p:sp>
        <p:nvSpPr>
          <p:cNvPr id="13" name="D4  Projects and notes">
            <a:extLst xmlns:a="http://schemas.openxmlformats.org/drawingml/2006/main">
              <a:ext uri="{FF2B5EF4-FFF2-40B4-BE49-F238E27FC236}">
                <a16:creationId xmlns:a16="http://schemas.microsoft.com/office/drawing/2014/main" id="{6A7C6F79-0C1D-4D31-A2DB-7585F82B8006}"/>
              </a:ext>
            </a:extLst>
          </p:cNvPr>
          <p:cNvSpPr>
            <a:spLocks xmlns:a="http://schemas.openxmlformats.org/drawingml/2006/main" noGrp="1"/>
          </p:cNvSpPr>
          <p:nvPr/>
        </p:nvSpPr>
        <p:spPr>
          <a:xfrm xmlns:a="http://schemas.openxmlformats.org/drawingml/2006/main">
            <a:off x="10001250" y="5667375"/>
            <a:ext cx="285750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575" b="0">
                <a:solidFill>
                  <a:srgbClr val="1C2D44"/>
                </a:solidFill>
                <a:latin typeface="Arial"/>
                <a:ea typeface="Arial"/>
                <a:cs typeface="Arial"/>
              </a:defRPr>
            </a:defPPr>
            <a:lvl1pPr algn="ctr">
              <a:defRPr sz="1575" b="0">
                <a:solidFill>
                  <a:srgbClr val="1C2D44"/>
                </a:solidFill>
                <a:latin typeface="Arial"/>
                <a:ea typeface="Arial"/>
                <a:cs typeface="Arial"/>
              </a:defRPr>
            </a:lvl1pPr>
            <a:lvl2pPr algn="ctr">
              <a:defRPr sz="1575" b="0">
                <a:solidFill>
                  <a:srgbClr val="1C2D44"/>
                </a:solidFill>
                <a:latin typeface="Arial"/>
                <a:ea typeface="Arial"/>
                <a:cs typeface="Arial"/>
              </a:defRPr>
            </a:lvl2pPr>
            <a:lvl3pPr algn="ctr">
              <a:defRPr sz="1575" b="0">
                <a:solidFill>
                  <a:srgbClr val="1C2D44"/>
                </a:solidFill>
                <a:latin typeface="Arial"/>
                <a:ea typeface="Arial"/>
                <a:cs typeface="Arial"/>
              </a:defRPr>
            </a:lvl3pPr>
            <a:lvl4pPr algn="ctr">
              <a:defRPr sz="1575" b="0">
                <a:solidFill>
                  <a:srgbClr val="1C2D44"/>
                </a:solidFill>
                <a:latin typeface="Arial"/>
                <a:ea typeface="Arial"/>
                <a:cs typeface="Arial"/>
              </a:defRPr>
            </a:lvl4pPr>
            <a:lvl5pPr algn="ctr">
              <a:defRPr sz="1575" b="0">
                <a:solidFill>
                  <a:srgbClr val="1C2D44"/>
                </a:solidFill>
                <a:latin typeface="Arial"/>
                <a:ea typeface="Arial"/>
                <a:cs typeface="Arial"/>
              </a:defRPr>
            </a:lvl5pPr>
            <a:lvl6pPr algn="ctr">
              <a:defRPr sz="1575" b="0">
                <a:solidFill>
                  <a:srgbClr val="1C2D44"/>
                </a:solidFill>
                <a:latin typeface="Arial"/>
                <a:ea typeface="Arial"/>
                <a:cs typeface="Arial"/>
              </a:defRPr>
            </a:lvl6pPr>
            <a:lvl7pPr algn="ctr">
              <a:defRPr sz="1575" b="0">
                <a:solidFill>
                  <a:srgbClr val="1C2D44"/>
                </a:solidFill>
                <a:latin typeface="Arial"/>
                <a:ea typeface="Arial"/>
                <a:cs typeface="Arial"/>
              </a:defRPr>
            </a:lvl7pPr>
            <a:lvl8pPr algn="ctr">
              <a:defRPr sz="1575" b="0">
                <a:solidFill>
                  <a:srgbClr val="1C2D44"/>
                </a:solidFill>
                <a:latin typeface="Arial"/>
                <a:ea typeface="Arial"/>
                <a:cs typeface="Arial"/>
              </a:defRPr>
            </a:lvl8pPr>
            <a:lvl9pPr algn="ctr">
              <a:defRPr sz="1575" b="0">
                <a:solidFill>
                  <a:srgbClr val="1C2D44"/>
                </a:solidFill>
                <a:latin typeface="Arial"/>
                <a:ea typeface="Arial"/>
                <a:cs typeface="Arial"/>
              </a:defRPr>
            </a:lvl9pPr>
          </a:lstStyle>
          <a:p xmlns:a="http://schemas.openxmlformats.org/drawingml/2006/main">
            <a:pPr algn="ctr">
              <a:defRPr sz="1575" b="0">
                <a:solidFill>
                  <a:srgbClr val="1C2D44"/>
                </a:solidFill>
                <a:latin typeface="Arial"/>
                <a:ea typeface="Arial"/>
                <a:cs typeface="Arial"/>
              </a:defRPr>
            </a:pPr>
            <a:r>
              <a:rPr sz="1575" b="0">
                <a:solidFill>
                  <a:srgbClr val="1C2D44"/>
                </a:solidFill>
                <a:latin typeface="Arial"/>
                <a:ea typeface="Arial"/>
                <a:cs typeface="Arial"/>
              </a:rPr>
              <a:t>D4  Projects and notes</a:t>
            </a:r>
          </a:p>
        </p:txBody>
      </p:sp>
      <p:sp>
        <p:nvSpPr>
          <p:cNvPr id="14" name="5.0 Assemble export">
            <a:extLst xmlns:a="http://schemas.openxmlformats.org/drawingml/2006/main">
              <a:ext uri="{FF2B5EF4-FFF2-40B4-BE49-F238E27FC236}">
                <a16:creationId xmlns:a16="http://schemas.microsoft.com/office/drawing/2014/main" id="{7AF72885-3AA8-4F66-ABDC-7FAED57D285E}"/>
              </a:ext>
            </a:extLst>
          </p:cNvPr>
          <p:cNvSpPr>
            <a:spLocks xmlns:a="http://schemas.openxmlformats.org/drawingml/2006/main" noGrp="1"/>
          </p:cNvSpPr>
          <p:nvPr/>
        </p:nvSpPr>
        <p:spPr>
          <a:xfrm xmlns:a="http://schemas.openxmlformats.org/drawingml/2006/main">
            <a:off x="3952875" y="5667375"/>
            <a:ext cx="2809875" cy="857250"/>
          </a:xfrm>
          <a:prstGeom xmlns:a="http://schemas.openxmlformats.org/drawingml/2006/main" prst="roundRect">
            <a:avLst>
              <a:gd name="adj" fmla="val 8889"/>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5.0</a:t>
            </a:r>
          </a:p>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Assemble export</a:t>
            </a:r>
          </a:p>
        </p:txBody>
      </p:sp>
      <p:sp>
        <p:nvSpPr>
          <p:cNvPr id="16" name="">
            <a:extLst xmlns:a="http://schemas.openxmlformats.org/drawingml/2006/main">
              <a:ext uri="{FF2B5EF4-FFF2-40B4-BE49-F238E27FC236}">
                <a16:creationId xmlns:a16="http://schemas.microsoft.com/office/drawing/2014/main" id="{CAD10DF0-4E3D-498A-9AC1-C5452E4E89A9}"/>
              </a:ext>
            </a:extLst>
          </p:cNvPr>
          <p:cNvSpPr>
            <a:spLocks xmlns:a="http://schemas.openxmlformats.org/drawingml/2006/main" noGrp="1"/>
          </p:cNvSpPr>
          <p:nvPr/>
        </p:nvSpPr>
        <p:spPr>
          <a:xfrm xmlns:a="http://schemas.openxmlformats.org/drawingml/2006/main">
            <a:off x="2714625" y="157162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Source</a:t>
            </a:r>
          </a:p>
        </p:txBody>
      </p:sp>
      <p:sp>
        <p:nvSpPr>
          <p:cNvPr id="18" name="">
            <a:extLst xmlns:a="http://schemas.openxmlformats.org/drawingml/2006/main">
              <a:ext uri="{FF2B5EF4-FFF2-40B4-BE49-F238E27FC236}">
                <a16:creationId xmlns:a16="http://schemas.microsoft.com/office/drawing/2014/main" id="{4840FD10-80AE-4324-97A2-730D8754F276}"/>
              </a:ext>
            </a:extLst>
          </p:cNvPr>
          <p:cNvSpPr>
            <a:spLocks xmlns:a="http://schemas.openxmlformats.org/drawingml/2006/main" noGrp="1"/>
          </p:cNvSpPr>
          <p:nvPr/>
        </p:nvSpPr>
        <p:spPr>
          <a:xfrm xmlns:a="http://schemas.openxmlformats.org/drawingml/2006/main">
            <a:off x="5905500" y="1571625"/>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Records</a:t>
            </a:r>
          </a:p>
        </p:txBody>
      </p:sp>
      <p:sp>
        <p:nvSpPr>
          <p:cNvPr id="20" name="">
            <a:extLst xmlns:a="http://schemas.openxmlformats.org/drawingml/2006/main">
              <a:ext uri="{FF2B5EF4-FFF2-40B4-BE49-F238E27FC236}">
                <a16:creationId xmlns:a16="http://schemas.microsoft.com/office/drawing/2014/main" id="{A17A70D0-3C83-4473-95C9-C7B8271EC8AE}"/>
              </a:ext>
            </a:extLst>
          </p:cNvPr>
          <p:cNvSpPr>
            <a:spLocks xmlns:a="http://schemas.openxmlformats.org/drawingml/2006/main" noGrp="1"/>
          </p:cNvSpPr>
          <p:nvPr/>
        </p:nvSpPr>
        <p:spPr>
          <a:xfrm xmlns:a="http://schemas.openxmlformats.org/drawingml/2006/main">
            <a:off x="9058275" y="1571625"/>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Index</a:t>
            </a:r>
          </a:p>
        </p:txBody>
      </p:sp>
      <p:sp>
        <p:nvSpPr>
          <p:cNvPr id="22" name="">
            <a:extLst xmlns:a="http://schemas.openxmlformats.org/drawingml/2006/main">
              <a:ext uri="{FF2B5EF4-FFF2-40B4-BE49-F238E27FC236}">
                <a16:creationId xmlns:a16="http://schemas.microsoft.com/office/drawing/2014/main" id="{2350C7EC-0616-4ABF-A159-820381EBE2EE}"/>
              </a:ext>
            </a:extLst>
          </p:cNvPr>
          <p:cNvSpPr>
            <a:spLocks xmlns:a="http://schemas.openxmlformats.org/drawingml/2006/main" noGrp="1"/>
          </p:cNvSpPr>
          <p:nvPr/>
        </p:nvSpPr>
        <p:spPr>
          <a:xfrm xmlns:a="http://schemas.openxmlformats.org/drawingml/2006/main">
            <a:off x="571500" y="31051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Snapshot</a:t>
            </a:r>
          </a:p>
        </p:txBody>
      </p:sp>
      <p:sp>
        <p:nvSpPr>
          <p:cNvPr id="24" name="">
            <a:extLst xmlns:a="http://schemas.openxmlformats.org/drawingml/2006/main">
              <a:ext uri="{FF2B5EF4-FFF2-40B4-BE49-F238E27FC236}">
                <a16:creationId xmlns:a16="http://schemas.microsoft.com/office/drawing/2014/main" id="{9EB75ECF-5D69-4A82-9835-1C00AB4AE1C8}"/>
              </a:ext>
            </a:extLst>
          </p:cNvPr>
          <p:cNvSpPr>
            <a:spLocks xmlns:a="http://schemas.openxmlformats.org/drawingml/2006/main" noGrp="1"/>
          </p:cNvSpPr>
          <p:nvPr/>
        </p:nvSpPr>
        <p:spPr>
          <a:xfrm xmlns:a="http://schemas.openxmlformats.org/drawingml/2006/main">
            <a:off x="3667125" y="31051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JSON and docs</a:t>
            </a:r>
          </a:p>
        </p:txBody>
      </p:sp>
      <p:sp>
        <p:nvSpPr>
          <p:cNvPr id="26" name="">
            <a:extLst xmlns:a="http://schemas.openxmlformats.org/drawingml/2006/main">
              <a:ext uri="{FF2B5EF4-FFF2-40B4-BE49-F238E27FC236}">
                <a16:creationId xmlns:a16="http://schemas.microsoft.com/office/drawing/2014/main" id="{0A124679-3CCE-493D-B71F-EF6959F16767}"/>
              </a:ext>
            </a:extLst>
          </p:cNvPr>
          <p:cNvSpPr>
            <a:spLocks xmlns:a="http://schemas.openxmlformats.org/drawingml/2006/main" noGrp="1"/>
          </p:cNvSpPr>
          <p:nvPr/>
        </p:nvSpPr>
        <p:spPr>
          <a:xfrm xmlns:a="http://schemas.openxmlformats.org/drawingml/2006/main">
            <a:off x="7000875" y="31051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Index files</a:t>
            </a:r>
          </a:p>
        </p:txBody>
      </p:sp>
      <p:sp>
        <p:nvSpPr>
          <p:cNvPr id="29" name="">
            <a:extLst xmlns:a="http://schemas.openxmlformats.org/drawingml/2006/main">
              <a:ext uri="{FF2B5EF4-FFF2-40B4-BE49-F238E27FC236}">
                <a16:creationId xmlns:a16="http://schemas.microsoft.com/office/drawing/2014/main" id="{B5DCC5EF-E4B3-48F6-8135-CBAF8D75925A}"/>
              </a:ext>
            </a:extLst>
          </p:cNvPr>
          <p:cNvSpPr>
            <a:spLocks xmlns:a="http://schemas.openxmlformats.org/drawingml/2006/main" noGrp="1"/>
          </p:cNvSpPr>
          <p:nvPr/>
        </p:nvSpPr>
        <p:spPr>
          <a:xfrm xmlns:a="http://schemas.openxmlformats.org/drawingml/2006/main">
            <a:off x="4286250" y="48577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Reports</a:t>
            </a:r>
          </a:p>
        </p:txBody>
      </p:sp>
      <p:sp>
        <p:nvSpPr>
          <p:cNvPr id="31" name="">
            <a:extLst xmlns:a="http://schemas.openxmlformats.org/drawingml/2006/main">
              <a:ext uri="{FF2B5EF4-FFF2-40B4-BE49-F238E27FC236}">
                <a16:creationId xmlns:a16="http://schemas.microsoft.com/office/drawing/2014/main" id="{E8058F61-9F6B-4002-98DE-EFB6F58B872F}"/>
              </a:ext>
            </a:extLst>
          </p:cNvPr>
          <p:cNvSpPr>
            <a:spLocks xmlns:a="http://schemas.openxmlformats.org/drawingml/2006/main" noGrp="1"/>
          </p:cNvSpPr>
          <p:nvPr/>
        </p:nvSpPr>
        <p:spPr>
          <a:xfrm xmlns:a="http://schemas.openxmlformats.org/drawingml/2006/main">
            <a:off x="10858500" y="461962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AI notes</a:t>
            </a:r>
          </a:p>
        </p:txBody>
      </p:sp>
      <p:sp>
        <p:nvSpPr>
          <p:cNvPr id="33" name="">
            <a:extLst xmlns:a="http://schemas.openxmlformats.org/drawingml/2006/main">
              <a:ext uri="{FF2B5EF4-FFF2-40B4-BE49-F238E27FC236}">
                <a16:creationId xmlns:a16="http://schemas.microsoft.com/office/drawing/2014/main" id="{4DD4BB24-5836-4EDF-9663-589F6E9E8C5D}"/>
              </a:ext>
            </a:extLst>
          </p:cNvPr>
          <p:cNvSpPr>
            <a:spLocks xmlns:a="http://schemas.openxmlformats.org/drawingml/2006/main" noGrp="1"/>
          </p:cNvSpPr>
          <p:nvPr/>
        </p:nvSpPr>
        <p:spPr>
          <a:xfrm xmlns:a="http://schemas.openxmlformats.org/drawingml/2006/main">
            <a:off x="7381875" y="59055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Saved notes</a:t>
            </a:r>
          </a:p>
        </p:txBody>
      </p:sp>
      <p:sp>
        <p:nvSpPr>
          <p:cNvPr id="34" name="">
            <a:extLst xmlns:a="http://schemas.openxmlformats.org/drawingml/2006/main">
              <a:ext uri="{FF2B5EF4-FFF2-40B4-BE49-F238E27FC236}">
                <a16:creationId xmlns:a16="http://schemas.microsoft.com/office/drawing/2014/main" id="{B32C5AFC-F568-4AB3-BB02-86A91A1CA5AA}"/>
              </a:ext>
            </a:extLst>
          </p:cNvPr>
          <p:cNvSpPr>
            <a:spLocks xmlns:a="http://schemas.openxmlformats.org/drawingml/2006/main" noGrp="1"/>
          </p:cNvSpPr>
          <p:nvPr/>
        </p:nvSpPr>
        <p:spPr>
          <a:xfrm xmlns:a="http://schemas.openxmlformats.org/drawingml/2006/main">
            <a:off x="619125" y="6800850"/>
            <a:ext cx="1247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52657A"/>
                </a:solidFill>
                <a:latin typeface="Arial"/>
                <a:ea typeface="Arial"/>
                <a:cs typeface="Arial"/>
              </a:defRPr>
            </a:defPPr>
            <a:lvl1pPr algn="l">
              <a:defRPr sz="1725" b="0">
                <a:solidFill>
                  <a:srgbClr val="52657A"/>
                </a:solidFill>
                <a:latin typeface="Arial"/>
                <a:ea typeface="Arial"/>
                <a:cs typeface="Arial"/>
              </a:defRPr>
            </a:lvl1pPr>
            <a:lvl2pPr algn="l">
              <a:defRPr sz="1725" b="0">
                <a:solidFill>
                  <a:srgbClr val="52657A"/>
                </a:solidFill>
                <a:latin typeface="Arial"/>
                <a:ea typeface="Arial"/>
                <a:cs typeface="Arial"/>
              </a:defRPr>
            </a:lvl2pPr>
            <a:lvl3pPr algn="l">
              <a:defRPr sz="1725" b="0">
                <a:solidFill>
                  <a:srgbClr val="52657A"/>
                </a:solidFill>
                <a:latin typeface="Arial"/>
                <a:ea typeface="Arial"/>
                <a:cs typeface="Arial"/>
              </a:defRPr>
            </a:lvl3pPr>
            <a:lvl4pPr algn="l">
              <a:defRPr sz="1725" b="0">
                <a:solidFill>
                  <a:srgbClr val="52657A"/>
                </a:solidFill>
                <a:latin typeface="Arial"/>
                <a:ea typeface="Arial"/>
                <a:cs typeface="Arial"/>
              </a:defRPr>
            </a:lvl4pPr>
            <a:lvl5pPr algn="l">
              <a:defRPr sz="1725" b="0">
                <a:solidFill>
                  <a:srgbClr val="52657A"/>
                </a:solidFill>
                <a:latin typeface="Arial"/>
                <a:ea typeface="Arial"/>
                <a:cs typeface="Arial"/>
              </a:defRPr>
            </a:lvl5pPr>
            <a:lvl6pPr algn="l">
              <a:defRPr sz="1725" b="0">
                <a:solidFill>
                  <a:srgbClr val="52657A"/>
                </a:solidFill>
                <a:latin typeface="Arial"/>
                <a:ea typeface="Arial"/>
                <a:cs typeface="Arial"/>
              </a:defRPr>
            </a:lvl6pPr>
            <a:lvl7pPr algn="l">
              <a:defRPr sz="1725" b="0">
                <a:solidFill>
                  <a:srgbClr val="52657A"/>
                </a:solidFill>
                <a:latin typeface="Arial"/>
                <a:ea typeface="Arial"/>
                <a:cs typeface="Arial"/>
              </a:defRPr>
            </a:lvl7pPr>
            <a:lvl8pPr algn="l">
              <a:defRPr sz="1725" b="0">
                <a:solidFill>
                  <a:srgbClr val="52657A"/>
                </a:solidFill>
                <a:latin typeface="Arial"/>
                <a:ea typeface="Arial"/>
                <a:cs typeface="Arial"/>
              </a:defRPr>
            </a:lvl8pPr>
            <a:lvl9pPr algn="l">
              <a:defRPr sz="1725" b="0">
                <a:solidFill>
                  <a:srgbClr val="52657A"/>
                </a:solidFill>
                <a:latin typeface="Arial"/>
                <a:ea typeface="Arial"/>
                <a:cs typeface="Arial"/>
              </a:defRPr>
            </a:lvl9pPr>
          </a:lstStyle>
          <a:p xmlns:a="http://schemas.openxmlformats.org/drawingml/2006/main">
            <a:pPr algn="l">
              <a:defRPr sz="1725" b="0">
                <a:solidFill>
                  <a:srgbClr val="52657A"/>
                </a:solidFill>
                <a:latin typeface="Arial"/>
                <a:ea typeface="Arial"/>
                <a:cs typeface="Arial"/>
              </a:defRPr>
            </a:pPr>
            <a:r>
              <a:rPr sz="1725" b="0">
                <a:solidFill>
                  <a:srgbClr val="52657A"/>
                </a:solidFill>
                <a:latin typeface="Arial"/>
                <a:ea typeface="Arial"/>
                <a:cs typeface="Arial"/>
              </a:rPr>
              <a:t>Developer provides source to 1.0, questions to 4.0, and export requests to 5.0.</a:t>
            </a:r>
          </a:p>
        </p:txBody>
      </p:sp>
    </p:spTree>
    <p:extLst>
      <p:ext uri="{BB962C8B-B14F-4D97-AF65-F5344CB8AC3E}">
        <p14:creationId xmlns:p14="http://schemas.microsoft.com/office/powerpoint/2010/main" val="1994924787"/>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280285B0-8335-48A1-A13C-024EFB6B23EC}"/>
              </a:ext>
            </a:extLst>
          </p:cNvPr>
          <p:cNvCxnSpPr>
            <a:stCxn xmlns:a="http://schemas.openxmlformats.org/drawingml/2006/main" id="15" idx="3"/>
            <a:endCxn xmlns:a="http://schemas.openxmlformats.org/drawingml/2006/main" id="10" idx="2"/>
          </p:cNvCxnSpPr>
          <p:nvPr/>
        </p:nvCxnSpPr>
        <p:spPr>
          <a:xfrm xmlns:a="http://schemas.openxmlformats.org/drawingml/2006/main" flipV="1">
            <a:off x="9858375" y="3714750"/>
            <a:ext cx="2033588" cy="1666875"/>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28061B07-15B8-4E48-B147-16AB9C5661FB}"/>
              </a:ext>
            </a:extLst>
          </p:cNvPr>
          <p:cNvCxnSpPr>
            <a:stCxn xmlns:a="http://schemas.openxmlformats.org/drawingml/2006/main" id="8" idx="2"/>
            <a:endCxn xmlns:a="http://schemas.openxmlformats.org/drawingml/2006/main" id="15" idx="0"/>
          </p:cNvCxnSpPr>
          <p:nvPr/>
        </p:nvCxnSpPr>
        <p:spPr>
          <a:xfrm xmlns:a="http://schemas.openxmlformats.org/drawingml/2006/main">
            <a:off x="6786563" y="3714750"/>
            <a:ext cx="23813" cy="123825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4E2A46D2-858A-4F35-976B-C57CCAA9E5F1}"/>
              </a:ext>
            </a:extLst>
          </p:cNvPr>
          <p:cNvCxnSpPr>
            <a:stCxn xmlns:a="http://schemas.openxmlformats.org/drawingml/2006/main" id="7" idx="2"/>
            <a:endCxn xmlns:a="http://schemas.openxmlformats.org/drawingml/2006/main" id="15" idx="1"/>
          </p:cNvCxnSpPr>
          <p:nvPr/>
        </p:nvCxnSpPr>
        <p:spPr>
          <a:xfrm xmlns:a="http://schemas.openxmlformats.org/drawingml/2006/main" flipH="1">
            <a:off x="3762375" y="3714750"/>
            <a:ext cx="471488" cy="1666875"/>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C4A81D01-21F6-4BA1-A0CE-8F884FA4DFB6}"/>
              </a:ext>
            </a:extLst>
          </p:cNvPr>
          <p:cNvCxnSpPr>
            <a:stCxn xmlns:a="http://schemas.openxmlformats.org/drawingml/2006/main" id="9" idx="3"/>
            <a:endCxn xmlns:a="http://schemas.openxmlformats.org/drawingml/2006/main" id="10" idx="1"/>
          </p:cNvCxnSpPr>
          <p:nvPr/>
        </p:nvCxnSpPr>
        <p:spPr>
          <a:xfrm xmlns:a="http://schemas.openxmlformats.org/drawingml/2006/main">
            <a:off x="10410825" y="3095625"/>
            <a:ext cx="409575"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82868B5F-A631-42A0-B463-7DF2C121CD58}"/>
              </a:ext>
            </a:extLst>
          </p:cNvPr>
          <p:cNvCxnSpPr>
            <a:stCxn xmlns:a="http://schemas.openxmlformats.org/drawingml/2006/main" id="8" idx="3"/>
            <a:endCxn xmlns:a="http://schemas.openxmlformats.org/drawingml/2006/main" id="9" idx="1"/>
          </p:cNvCxnSpPr>
          <p:nvPr/>
        </p:nvCxnSpPr>
        <p:spPr>
          <a:xfrm xmlns:a="http://schemas.openxmlformats.org/drawingml/2006/main">
            <a:off x="7858125" y="3095625"/>
            <a:ext cx="409575"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C6F2FD48-0C34-488A-8508-BD7C170FC482}"/>
              </a:ext>
            </a:extLst>
          </p:cNvPr>
          <p:cNvCxnSpPr>
            <a:stCxn xmlns:a="http://schemas.openxmlformats.org/drawingml/2006/main" id="7" idx="3"/>
            <a:endCxn xmlns:a="http://schemas.openxmlformats.org/drawingml/2006/main" id="8" idx="1"/>
          </p:cNvCxnSpPr>
          <p:nvPr/>
        </p:nvCxnSpPr>
        <p:spPr>
          <a:xfrm xmlns:a="http://schemas.openxmlformats.org/drawingml/2006/main">
            <a:off x="5305425" y="3095625"/>
            <a:ext cx="409575"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91BF7844-1E80-482C-B0DE-33E9AC08EA65}"/>
              </a:ext>
            </a:extLst>
          </p:cNvPr>
          <p:cNvCxnSpPr>
            <a:stCxn xmlns:a="http://schemas.openxmlformats.org/drawingml/2006/main" id="6" idx="3"/>
            <a:endCxn xmlns:a="http://schemas.openxmlformats.org/drawingml/2006/main" id="7" idx="1"/>
          </p:cNvCxnSpPr>
          <p:nvPr/>
        </p:nvCxnSpPr>
        <p:spPr>
          <a:xfrm xmlns:a="http://schemas.openxmlformats.org/drawingml/2006/main">
            <a:off x="2752725" y="3095625"/>
            <a:ext cx="409575"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sp>
        <p:nvSpPr>
          <p:cNvPr id="21" name="">
            <a:extLst xmlns:a="http://schemas.openxmlformats.org/drawingml/2006/main">
              <a:ext uri="{FF2B5EF4-FFF2-40B4-BE49-F238E27FC236}">
                <a16:creationId xmlns:a16="http://schemas.microsoft.com/office/drawing/2014/main" id="{596A4E10-A742-4F0A-A954-4F34D4C24FF1}"/>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Data-flow diagram level 2 analysis</a:t>
            </a:r>
          </a:p>
        </p:txBody>
      </p:sp>
      <p:sp>
        <p:nvSpPr>
          <p:cNvPr id="2" name="">
            <a:extLst xmlns:a="http://schemas.openxmlformats.org/drawingml/2006/main">
              <a:ext uri="{FF2B5EF4-FFF2-40B4-BE49-F238E27FC236}">
                <a16:creationId xmlns:a16="http://schemas.microsoft.com/office/drawing/2014/main" id="{367044CD-CBF0-4C49-A782-D181BBCB0B60}"/>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F05F43A4-894C-48FA-84F3-934B6CEF4FDC}"/>
              </a:ext>
            </a:extLst>
          </p:cNvPr>
          <p:cNvPicPr>
            <a:picLocks xmlns:a="http://schemas.openxmlformats.org/drawingml/2006/main" noChangeAspect="1"/>
          </p:cNvPicPr>
          <p:nvPr/>
        </p:nvPicPr>
        <p:blipFill>
          <a:blip xmlns:r="http://schemas.openxmlformats.org/officeDocument/2006/relationships" xmlns:a="http://schemas.openxmlformats.org/drawingml/2006/main" r:embed="R7fdfb8203e634c42"/>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A14691-B71C-4500-ACE0-4BE153BE8BC2}"/>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F985639D-E3FD-469B-BDAB-DDCFBFBCE6FD}"/>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13</a:t>
            </a:r>
          </a:p>
        </p:txBody>
      </p:sp>
      <p:sp>
        <p:nvSpPr>
          <p:cNvPr id="6" name="2.1 Discover files">
            <a:extLst xmlns:a="http://schemas.openxmlformats.org/drawingml/2006/main">
              <a:ext uri="{FF2B5EF4-FFF2-40B4-BE49-F238E27FC236}">
                <a16:creationId xmlns:a16="http://schemas.microsoft.com/office/drawing/2014/main" id="{093CF778-9DA5-4AE5-8FD3-0D9292504457}"/>
              </a:ext>
            </a:extLst>
          </p:cNvPr>
          <p:cNvSpPr>
            <a:spLocks xmlns:a="http://schemas.openxmlformats.org/drawingml/2006/main" noGrp="1"/>
          </p:cNvSpPr>
          <p:nvPr/>
        </p:nvSpPr>
        <p:spPr>
          <a:xfrm xmlns:a="http://schemas.openxmlformats.org/drawingml/2006/main">
            <a:off x="609600" y="2476500"/>
            <a:ext cx="2143125" cy="1238250"/>
          </a:xfrm>
          <a:prstGeom xmlns:a="http://schemas.openxmlformats.org/drawingml/2006/main" prst="roundRect">
            <a:avLst>
              <a:gd name="adj" fmla="val 6154"/>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2.1</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Discover files</a:t>
            </a:r>
          </a:p>
        </p:txBody>
      </p:sp>
      <p:sp>
        <p:nvSpPr>
          <p:cNvPr id="7" name="2.2 Parse AST">
            <a:extLst xmlns:a="http://schemas.openxmlformats.org/drawingml/2006/main">
              <a:ext uri="{FF2B5EF4-FFF2-40B4-BE49-F238E27FC236}">
                <a16:creationId xmlns:a16="http://schemas.microsoft.com/office/drawing/2014/main" id="{92B21A8D-4D4F-457B-A0B7-DE9AE2C4BC75}"/>
              </a:ext>
            </a:extLst>
          </p:cNvPr>
          <p:cNvSpPr>
            <a:spLocks xmlns:a="http://schemas.openxmlformats.org/drawingml/2006/main" noGrp="1"/>
          </p:cNvSpPr>
          <p:nvPr/>
        </p:nvSpPr>
        <p:spPr>
          <a:xfrm xmlns:a="http://schemas.openxmlformats.org/drawingml/2006/main">
            <a:off x="3162300" y="2476500"/>
            <a:ext cx="2143125" cy="1238250"/>
          </a:xfrm>
          <a:prstGeom xmlns:a="http://schemas.openxmlformats.org/drawingml/2006/main" prst="roundRect">
            <a:avLst>
              <a:gd name="adj" fmla="val 6154"/>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2.2</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Parse AST</a:t>
            </a:r>
          </a:p>
        </p:txBody>
      </p:sp>
      <p:sp>
        <p:nvSpPr>
          <p:cNvPr id="8" name="2.3 Resolve calls">
            <a:extLst xmlns:a="http://schemas.openxmlformats.org/drawingml/2006/main">
              <a:ext uri="{FF2B5EF4-FFF2-40B4-BE49-F238E27FC236}">
                <a16:creationId xmlns:a16="http://schemas.microsoft.com/office/drawing/2014/main" id="{E22903EB-969B-4A87-9185-750979009B93}"/>
              </a:ext>
            </a:extLst>
          </p:cNvPr>
          <p:cNvSpPr>
            <a:spLocks xmlns:a="http://schemas.openxmlformats.org/drawingml/2006/main" noGrp="1"/>
          </p:cNvSpPr>
          <p:nvPr/>
        </p:nvSpPr>
        <p:spPr>
          <a:xfrm xmlns:a="http://schemas.openxmlformats.org/drawingml/2006/main">
            <a:off x="5715000" y="2476500"/>
            <a:ext cx="2143125" cy="1238250"/>
          </a:xfrm>
          <a:prstGeom xmlns:a="http://schemas.openxmlformats.org/drawingml/2006/main" prst="roundRect">
            <a:avLst>
              <a:gd name="adj" fmla="val 6154"/>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2.3</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Resolve calls</a:t>
            </a:r>
          </a:p>
        </p:txBody>
      </p:sp>
      <p:sp>
        <p:nvSpPr>
          <p:cNvPr id="9" name="2.4 Compute metrics">
            <a:extLst xmlns:a="http://schemas.openxmlformats.org/drawingml/2006/main">
              <a:ext uri="{FF2B5EF4-FFF2-40B4-BE49-F238E27FC236}">
                <a16:creationId xmlns:a16="http://schemas.microsoft.com/office/drawing/2014/main" id="{9233D7C9-B63D-49D0-B5A7-3E9AE3F473C1}"/>
              </a:ext>
            </a:extLst>
          </p:cNvPr>
          <p:cNvSpPr>
            <a:spLocks xmlns:a="http://schemas.openxmlformats.org/drawingml/2006/main" noGrp="1"/>
          </p:cNvSpPr>
          <p:nvPr/>
        </p:nvSpPr>
        <p:spPr>
          <a:xfrm xmlns:a="http://schemas.openxmlformats.org/drawingml/2006/main">
            <a:off x="8267700" y="2476500"/>
            <a:ext cx="2143125" cy="1238250"/>
          </a:xfrm>
          <a:prstGeom xmlns:a="http://schemas.openxmlformats.org/drawingml/2006/main" prst="roundRect">
            <a:avLst>
              <a:gd name="adj" fmla="val 6154"/>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2.4</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Compute metrics</a:t>
            </a:r>
          </a:p>
        </p:txBody>
      </p:sp>
      <p:sp>
        <p:nvSpPr>
          <p:cNvPr id="10" name="2.5 Write report">
            <a:extLst xmlns:a="http://schemas.openxmlformats.org/drawingml/2006/main">
              <a:ext uri="{FF2B5EF4-FFF2-40B4-BE49-F238E27FC236}">
                <a16:creationId xmlns:a16="http://schemas.microsoft.com/office/drawing/2014/main" id="{A2E99DDB-DEB1-474E-9E65-D3B59B630B65}"/>
              </a:ext>
            </a:extLst>
          </p:cNvPr>
          <p:cNvSpPr>
            <a:spLocks xmlns:a="http://schemas.openxmlformats.org/drawingml/2006/main" noGrp="1"/>
          </p:cNvSpPr>
          <p:nvPr/>
        </p:nvSpPr>
        <p:spPr>
          <a:xfrm xmlns:a="http://schemas.openxmlformats.org/drawingml/2006/main">
            <a:off x="10820400" y="2476500"/>
            <a:ext cx="2143125" cy="1238250"/>
          </a:xfrm>
          <a:prstGeom xmlns:a="http://schemas.openxmlformats.org/drawingml/2006/main" prst="roundRect">
            <a:avLst>
              <a:gd name="adj" fmla="val 6154"/>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2.5</a:t>
            </a:r>
          </a:p>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Write report</a:t>
            </a:r>
          </a:p>
        </p:txBody>
      </p:sp>
      <p:sp>
        <p:nvSpPr>
          <p:cNvPr id="15" name="Syntax errors and unresolved calls">
            <a:extLst xmlns:a="http://schemas.openxmlformats.org/drawingml/2006/main">
              <a:ext uri="{FF2B5EF4-FFF2-40B4-BE49-F238E27FC236}">
                <a16:creationId xmlns:a16="http://schemas.microsoft.com/office/drawing/2014/main" id="{8E9ADED0-EA28-49EE-97FB-385DACD2ADD0}"/>
              </a:ext>
            </a:extLst>
          </p:cNvPr>
          <p:cNvSpPr>
            <a:spLocks xmlns:a="http://schemas.openxmlformats.org/drawingml/2006/main" noGrp="1"/>
          </p:cNvSpPr>
          <p:nvPr/>
        </p:nvSpPr>
        <p:spPr>
          <a:xfrm xmlns:a="http://schemas.openxmlformats.org/drawingml/2006/main">
            <a:off x="3762375" y="4953000"/>
            <a:ext cx="6096000" cy="857250"/>
          </a:xfrm>
          <a:prstGeom xmlns:a="http://schemas.openxmlformats.org/drawingml/2006/main" prst="rect">
            <a:avLst/>
          </a:prstGeom>
          <a:solidFill xmlns:a="http://schemas.openxmlformats.org/drawingml/2006/main">
            <a:srgbClr val="FFF1E4"/>
          </a:solidFill>
          <a:ln xmlns:a="http://schemas.openxmlformats.org/drawingml/2006/main" w="19050">
            <a:solidFill>
              <a:srgbClr val="D97927"/>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1C2D44"/>
                </a:solidFill>
                <a:latin typeface="Arial"/>
                <a:ea typeface="Arial"/>
                <a:cs typeface="Arial"/>
              </a:defRPr>
            </a:defPPr>
            <a:lvl1pPr algn="ctr">
              <a:defRPr sz="2025" b="0">
                <a:solidFill>
                  <a:srgbClr val="1C2D44"/>
                </a:solidFill>
                <a:latin typeface="Arial"/>
                <a:ea typeface="Arial"/>
                <a:cs typeface="Arial"/>
              </a:defRPr>
            </a:lvl1pPr>
            <a:lvl2pPr algn="ctr">
              <a:defRPr sz="2025" b="0">
                <a:solidFill>
                  <a:srgbClr val="1C2D44"/>
                </a:solidFill>
                <a:latin typeface="Arial"/>
                <a:ea typeface="Arial"/>
                <a:cs typeface="Arial"/>
              </a:defRPr>
            </a:lvl2pPr>
            <a:lvl3pPr algn="ctr">
              <a:defRPr sz="2025" b="0">
                <a:solidFill>
                  <a:srgbClr val="1C2D44"/>
                </a:solidFill>
                <a:latin typeface="Arial"/>
                <a:ea typeface="Arial"/>
                <a:cs typeface="Arial"/>
              </a:defRPr>
            </a:lvl3pPr>
            <a:lvl4pPr algn="ctr">
              <a:defRPr sz="2025" b="0">
                <a:solidFill>
                  <a:srgbClr val="1C2D44"/>
                </a:solidFill>
                <a:latin typeface="Arial"/>
                <a:ea typeface="Arial"/>
                <a:cs typeface="Arial"/>
              </a:defRPr>
            </a:lvl4pPr>
            <a:lvl5pPr algn="ctr">
              <a:defRPr sz="2025" b="0">
                <a:solidFill>
                  <a:srgbClr val="1C2D44"/>
                </a:solidFill>
                <a:latin typeface="Arial"/>
                <a:ea typeface="Arial"/>
                <a:cs typeface="Arial"/>
              </a:defRPr>
            </a:lvl5pPr>
            <a:lvl6pPr algn="ctr">
              <a:defRPr sz="2025" b="0">
                <a:solidFill>
                  <a:srgbClr val="1C2D44"/>
                </a:solidFill>
                <a:latin typeface="Arial"/>
                <a:ea typeface="Arial"/>
                <a:cs typeface="Arial"/>
              </a:defRPr>
            </a:lvl6pPr>
            <a:lvl7pPr algn="ctr">
              <a:defRPr sz="2025" b="0">
                <a:solidFill>
                  <a:srgbClr val="1C2D44"/>
                </a:solidFill>
                <a:latin typeface="Arial"/>
                <a:ea typeface="Arial"/>
                <a:cs typeface="Arial"/>
              </a:defRPr>
            </a:lvl7pPr>
            <a:lvl8pPr algn="ctr">
              <a:defRPr sz="2025" b="0">
                <a:solidFill>
                  <a:srgbClr val="1C2D44"/>
                </a:solidFill>
                <a:latin typeface="Arial"/>
                <a:ea typeface="Arial"/>
                <a:cs typeface="Arial"/>
              </a:defRPr>
            </a:lvl8pPr>
            <a:lvl9pPr algn="ctr">
              <a:defRPr sz="2025" b="0">
                <a:solidFill>
                  <a:srgbClr val="1C2D44"/>
                </a:solidFill>
                <a:latin typeface="Arial"/>
                <a:ea typeface="Arial"/>
                <a:cs typeface="Arial"/>
              </a:defRPr>
            </a:lvl9pPr>
          </a:lstStyle>
          <a:p xmlns:a="http://schemas.openxmlformats.org/drawingml/2006/main">
            <a:pPr algn="ctr">
              <a:defRPr sz="2025" b="0">
                <a:solidFill>
                  <a:srgbClr val="1C2D44"/>
                </a:solidFill>
                <a:latin typeface="Arial"/>
                <a:ea typeface="Arial"/>
                <a:cs typeface="Arial"/>
              </a:defRPr>
            </a:pPr>
            <a:r>
              <a:rPr sz="2025" b="0">
                <a:solidFill>
                  <a:srgbClr val="1C2D44"/>
                </a:solidFill>
                <a:latin typeface="Arial"/>
                <a:ea typeface="Arial"/>
                <a:cs typeface="Arial"/>
              </a:rPr>
              <a:t>Syntax errors and unresolved calls</a:t>
            </a:r>
          </a:p>
        </p:txBody>
      </p:sp>
      <p:sp>
        <p:nvSpPr>
          <p:cNvPr id="19" name="">
            <a:extLst xmlns:a="http://schemas.openxmlformats.org/drawingml/2006/main">
              <a:ext uri="{FF2B5EF4-FFF2-40B4-BE49-F238E27FC236}">
                <a16:creationId xmlns:a16="http://schemas.microsoft.com/office/drawing/2014/main" id="{F0EDFF95-FA71-4EAA-B053-19741D2A0EB7}"/>
              </a:ext>
            </a:extLst>
          </p:cNvPr>
          <p:cNvSpPr>
            <a:spLocks xmlns:a="http://schemas.openxmlformats.org/drawingml/2006/main" noGrp="1"/>
          </p:cNvSpPr>
          <p:nvPr/>
        </p:nvSpPr>
        <p:spPr>
          <a:xfrm xmlns:a="http://schemas.openxmlformats.org/drawingml/2006/main">
            <a:off x="628650" y="15716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2657A"/>
                </a:solidFill>
                <a:latin typeface="Arial"/>
                <a:ea typeface="Arial"/>
                <a:cs typeface="Arial"/>
              </a:defRPr>
            </a:defPPr>
            <a:lvl1pPr algn="l">
              <a:defRPr sz="1950" b="0">
                <a:solidFill>
                  <a:srgbClr val="52657A"/>
                </a:solidFill>
                <a:latin typeface="Arial"/>
                <a:ea typeface="Arial"/>
                <a:cs typeface="Arial"/>
              </a:defRPr>
            </a:lvl1pPr>
            <a:lvl2pPr algn="l">
              <a:defRPr sz="1950" b="0">
                <a:solidFill>
                  <a:srgbClr val="52657A"/>
                </a:solidFill>
                <a:latin typeface="Arial"/>
                <a:ea typeface="Arial"/>
                <a:cs typeface="Arial"/>
              </a:defRPr>
            </a:lvl2pPr>
            <a:lvl3pPr algn="l">
              <a:defRPr sz="1950" b="0">
                <a:solidFill>
                  <a:srgbClr val="52657A"/>
                </a:solidFill>
                <a:latin typeface="Arial"/>
                <a:ea typeface="Arial"/>
                <a:cs typeface="Arial"/>
              </a:defRPr>
            </a:lvl3pPr>
            <a:lvl4pPr algn="l">
              <a:defRPr sz="1950" b="0">
                <a:solidFill>
                  <a:srgbClr val="52657A"/>
                </a:solidFill>
                <a:latin typeface="Arial"/>
                <a:ea typeface="Arial"/>
                <a:cs typeface="Arial"/>
              </a:defRPr>
            </a:lvl4pPr>
            <a:lvl5pPr algn="l">
              <a:defRPr sz="1950" b="0">
                <a:solidFill>
                  <a:srgbClr val="52657A"/>
                </a:solidFill>
                <a:latin typeface="Arial"/>
                <a:ea typeface="Arial"/>
                <a:cs typeface="Arial"/>
              </a:defRPr>
            </a:lvl5pPr>
            <a:lvl6pPr algn="l">
              <a:defRPr sz="1950" b="0">
                <a:solidFill>
                  <a:srgbClr val="52657A"/>
                </a:solidFill>
                <a:latin typeface="Arial"/>
                <a:ea typeface="Arial"/>
                <a:cs typeface="Arial"/>
              </a:defRPr>
            </a:lvl6pPr>
            <a:lvl7pPr algn="l">
              <a:defRPr sz="1950" b="0">
                <a:solidFill>
                  <a:srgbClr val="52657A"/>
                </a:solidFill>
                <a:latin typeface="Arial"/>
                <a:ea typeface="Arial"/>
                <a:cs typeface="Arial"/>
              </a:defRPr>
            </a:lvl7pPr>
            <a:lvl8pPr algn="l">
              <a:defRPr sz="1950" b="0">
                <a:solidFill>
                  <a:srgbClr val="52657A"/>
                </a:solidFill>
                <a:latin typeface="Arial"/>
                <a:ea typeface="Arial"/>
                <a:cs typeface="Arial"/>
              </a:defRPr>
            </a:lvl8pPr>
            <a:lvl9pPr algn="l">
              <a:defRPr sz="1950" b="0">
                <a:solidFill>
                  <a:srgbClr val="52657A"/>
                </a:solidFill>
                <a:latin typeface="Arial"/>
                <a:ea typeface="Arial"/>
                <a:cs typeface="Arial"/>
              </a:defRPr>
            </a:lvl9pPr>
          </a:lstStyle>
          <a:p xmlns:a="http://schemas.openxmlformats.org/drawingml/2006/main">
            <a:pPr algn="l">
              <a:defRPr sz="1950" b="0">
                <a:solidFill>
                  <a:srgbClr val="52657A"/>
                </a:solidFill>
                <a:latin typeface="Arial"/>
                <a:ea typeface="Arial"/>
                <a:cs typeface="Arial"/>
              </a:defRPr>
            </a:pPr>
            <a:r>
              <a:rPr sz="1950" b="0">
                <a:solidFill>
                  <a:srgbClr val="52657A"/>
                </a:solidFill>
                <a:latin typeface="Arial"/>
                <a:ea typeface="Arial"/>
                <a:cs typeface="Arial"/>
              </a:rPr>
              <a:t>Input: D1 source snapshot</a:t>
            </a:r>
          </a:p>
        </p:txBody>
      </p:sp>
      <p:sp>
        <p:nvSpPr>
          <p:cNvPr id="20" name="">
            <a:extLst xmlns:a="http://schemas.openxmlformats.org/drawingml/2006/main">
              <a:ext uri="{FF2B5EF4-FFF2-40B4-BE49-F238E27FC236}">
                <a16:creationId xmlns:a16="http://schemas.microsoft.com/office/drawing/2014/main" id="{03289472-68B4-42F6-9D04-0670ABE048D6}"/>
              </a:ext>
            </a:extLst>
          </p:cNvPr>
          <p:cNvSpPr>
            <a:spLocks xmlns:a="http://schemas.openxmlformats.org/drawingml/2006/main" noGrp="1"/>
          </p:cNvSpPr>
          <p:nvPr/>
        </p:nvSpPr>
        <p:spPr>
          <a:xfrm xmlns:a="http://schemas.openxmlformats.org/drawingml/2006/main">
            <a:off x="628650" y="6429375"/>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52657A"/>
                </a:solidFill>
                <a:latin typeface="Arial"/>
                <a:ea typeface="Arial"/>
                <a:cs typeface="Arial"/>
              </a:defRPr>
            </a:defPPr>
            <a:lvl1pPr algn="l">
              <a:defRPr sz="2025" b="0">
                <a:solidFill>
                  <a:srgbClr val="52657A"/>
                </a:solidFill>
                <a:latin typeface="Arial"/>
                <a:ea typeface="Arial"/>
                <a:cs typeface="Arial"/>
              </a:defRPr>
            </a:lvl1pPr>
            <a:lvl2pPr algn="l">
              <a:defRPr sz="2025" b="0">
                <a:solidFill>
                  <a:srgbClr val="52657A"/>
                </a:solidFill>
                <a:latin typeface="Arial"/>
                <a:ea typeface="Arial"/>
                <a:cs typeface="Arial"/>
              </a:defRPr>
            </a:lvl2pPr>
            <a:lvl3pPr algn="l">
              <a:defRPr sz="2025" b="0">
                <a:solidFill>
                  <a:srgbClr val="52657A"/>
                </a:solidFill>
                <a:latin typeface="Arial"/>
                <a:ea typeface="Arial"/>
                <a:cs typeface="Arial"/>
              </a:defRPr>
            </a:lvl3pPr>
            <a:lvl4pPr algn="l">
              <a:defRPr sz="2025" b="0">
                <a:solidFill>
                  <a:srgbClr val="52657A"/>
                </a:solidFill>
                <a:latin typeface="Arial"/>
                <a:ea typeface="Arial"/>
                <a:cs typeface="Arial"/>
              </a:defRPr>
            </a:lvl4pPr>
            <a:lvl5pPr algn="l">
              <a:defRPr sz="2025" b="0">
                <a:solidFill>
                  <a:srgbClr val="52657A"/>
                </a:solidFill>
                <a:latin typeface="Arial"/>
                <a:ea typeface="Arial"/>
                <a:cs typeface="Arial"/>
              </a:defRPr>
            </a:lvl5pPr>
            <a:lvl6pPr algn="l">
              <a:defRPr sz="2025" b="0">
                <a:solidFill>
                  <a:srgbClr val="52657A"/>
                </a:solidFill>
                <a:latin typeface="Arial"/>
                <a:ea typeface="Arial"/>
                <a:cs typeface="Arial"/>
              </a:defRPr>
            </a:lvl6pPr>
            <a:lvl7pPr algn="l">
              <a:defRPr sz="2025" b="0">
                <a:solidFill>
                  <a:srgbClr val="52657A"/>
                </a:solidFill>
                <a:latin typeface="Arial"/>
                <a:ea typeface="Arial"/>
                <a:cs typeface="Arial"/>
              </a:defRPr>
            </a:lvl7pPr>
            <a:lvl8pPr algn="l">
              <a:defRPr sz="2025" b="0">
                <a:solidFill>
                  <a:srgbClr val="52657A"/>
                </a:solidFill>
                <a:latin typeface="Arial"/>
                <a:ea typeface="Arial"/>
                <a:cs typeface="Arial"/>
              </a:defRPr>
            </a:lvl8pPr>
            <a:lvl9pPr algn="l">
              <a:defRPr sz="2025" b="0">
                <a:solidFill>
                  <a:srgbClr val="52657A"/>
                </a:solidFill>
                <a:latin typeface="Arial"/>
                <a:ea typeface="Arial"/>
                <a:cs typeface="Arial"/>
              </a:defRPr>
            </a:lvl9pPr>
          </a:lstStyle>
          <a:p xmlns:a="http://schemas.openxmlformats.org/drawingml/2006/main">
            <a:pPr algn="l">
              <a:defRPr sz="2025" b="0">
                <a:solidFill>
                  <a:srgbClr val="52657A"/>
                </a:solidFill>
                <a:latin typeface="Arial"/>
                <a:ea typeface="Arial"/>
                <a:cs typeface="Arial"/>
              </a:defRPr>
            </a:pPr>
            <a:r>
              <a:rPr sz="2025" b="0">
                <a:solidFill>
                  <a:srgbClr val="52657A"/>
                </a:solidFill>
                <a:latin typeface="Arial"/>
                <a:ea typeface="Arial"/>
                <a:cs typeface="Arial"/>
              </a:rPr>
              <a:t>Output: D2 analysis.json and generated reports</a:t>
            </a:r>
          </a:p>
        </p:txBody>
      </p:sp>
    </p:spTree>
    <p:extLst>
      <p:ext uri="{BB962C8B-B14F-4D97-AF65-F5344CB8AC3E}">
        <p14:creationId xmlns:p14="http://schemas.microsoft.com/office/powerpoint/2010/main" val="276654399"/>
      </p:ext>
    </p:extLst>
  </p:cSld>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9DE74ABC-9B5B-4543-8409-5F610FF3D8D1}"/>
              </a:ext>
            </a:extLst>
          </p:cNvPr>
          <p:cNvCxnSpPr>
            <a:stCxn xmlns:a="http://schemas.openxmlformats.org/drawingml/2006/main" id="6" idx="3"/>
            <a:endCxn xmlns:a="http://schemas.openxmlformats.org/drawingml/2006/main" id="21" idx="2"/>
          </p:cNvCxnSpPr>
          <p:nvPr/>
        </p:nvCxnSpPr>
        <p:spPr>
          <a:xfrm xmlns:a="http://schemas.openxmlformats.org/drawingml/2006/main">
            <a:off x="2524125" y="3952875"/>
            <a:ext cx="3476625" cy="2247900"/>
          </a:xfrm>
          <a:prstGeom xmlns:a="http://schemas.openxmlformats.org/drawingml/2006/main" prst="straightConnector1">
            <a:avLst/>
          </a:prstGeom>
          <a:ln xmlns:a="http://schemas.openxmlformats.org/drawingml/2006/main" w="19050">
            <a:solidFill>
              <a:srgbClr val="52657A"/>
            </a:solidFill>
            <a:prstDash val="solid"/>
            <a:tailEnd type="none" w="med" len="med"/>
          </a:ln>
        </p:spPr>
      </p:cxnSp>
      <p:cxnSp>
        <p:nvCxnSpPr>
          <p:cNvPr id="20" name="">
            <a:extLst xmlns:a="http://schemas.openxmlformats.org/drawingml/2006/main">
              <a:ext uri="{FF2B5EF4-FFF2-40B4-BE49-F238E27FC236}">
                <a16:creationId xmlns:a16="http://schemas.microsoft.com/office/drawing/2014/main" id="{30626F7B-1614-4098-BCC7-7D965EA8A1A8}"/>
              </a:ext>
            </a:extLst>
          </p:cNvPr>
          <p:cNvCxnSpPr>
            <a:stCxn xmlns:a="http://schemas.openxmlformats.org/drawingml/2006/main" id="6" idx="3"/>
            <a:endCxn xmlns:a="http://schemas.openxmlformats.org/drawingml/2006/main" id="19" idx="2"/>
          </p:cNvCxnSpPr>
          <p:nvPr/>
        </p:nvCxnSpPr>
        <p:spPr>
          <a:xfrm xmlns:a="http://schemas.openxmlformats.org/drawingml/2006/main">
            <a:off x="2524125" y="3952875"/>
            <a:ext cx="3476625" cy="1619250"/>
          </a:xfrm>
          <a:prstGeom xmlns:a="http://schemas.openxmlformats.org/drawingml/2006/main" prst="straightConnector1">
            <a:avLst/>
          </a:prstGeom>
          <a:ln xmlns:a="http://schemas.openxmlformats.org/drawingml/2006/main" w="19050">
            <a:solidFill>
              <a:srgbClr val="52657A"/>
            </a:solidFill>
            <a:prstDash val="solid"/>
            <a:tailEnd type="none" w="med" len="med"/>
          </a:ln>
        </p:spPr>
      </p:cxnSp>
      <p:cxnSp>
        <p:nvCxnSpPr>
          <p:cNvPr id="18" name="">
            <a:extLst xmlns:a="http://schemas.openxmlformats.org/drawingml/2006/main">
              <a:ext uri="{FF2B5EF4-FFF2-40B4-BE49-F238E27FC236}">
                <a16:creationId xmlns:a16="http://schemas.microsoft.com/office/drawing/2014/main" id="{13497C9C-C083-48DD-A46E-0D065545BFB3}"/>
              </a:ext>
            </a:extLst>
          </p:cNvPr>
          <p:cNvCxnSpPr>
            <a:stCxn xmlns:a="http://schemas.openxmlformats.org/drawingml/2006/main" id="6" idx="3"/>
            <a:endCxn xmlns:a="http://schemas.openxmlformats.org/drawingml/2006/main" id="17" idx="2"/>
          </p:cNvCxnSpPr>
          <p:nvPr/>
        </p:nvCxnSpPr>
        <p:spPr>
          <a:xfrm xmlns:a="http://schemas.openxmlformats.org/drawingml/2006/main">
            <a:off x="2524125" y="3952875"/>
            <a:ext cx="3476625" cy="990600"/>
          </a:xfrm>
          <a:prstGeom xmlns:a="http://schemas.openxmlformats.org/drawingml/2006/main" prst="straightConnector1">
            <a:avLst/>
          </a:prstGeom>
          <a:ln xmlns:a="http://schemas.openxmlformats.org/drawingml/2006/main" w="19050">
            <a:solidFill>
              <a:srgbClr val="52657A"/>
            </a:solidFill>
            <a:prstDash val="solid"/>
            <a:tailEnd type="none" w="med" len="med"/>
          </a:ln>
        </p:spPr>
      </p:cxnSp>
      <p:cxnSp>
        <p:nvCxnSpPr>
          <p:cNvPr id="16" name="">
            <a:extLst xmlns:a="http://schemas.openxmlformats.org/drawingml/2006/main">
              <a:ext uri="{FF2B5EF4-FFF2-40B4-BE49-F238E27FC236}">
                <a16:creationId xmlns:a16="http://schemas.microsoft.com/office/drawing/2014/main" id="{77AEE22C-108C-4735-A917-76112E395AEC}"/>
              </a:ext>
            </a:extLst>
          </p:cNvPr>
          <p:cNvCxnSpPr>
            <a:stCxn xmlns:a="http://schemas.openxmlformats.org/drawingml/2006/main" id="6" idx="3"/>
            <a:endCxn xmlns:a="http://schemas.openxmlformats.org/drawingml/2006/main" id="15" idx="2"/>
          </p:cNvCxnSpPr>
          <p:nvPr/>
        </p:nvCxnSpPr>
        <p:spPr>
          <a:xfrm xmlns:a="http://schemas.openxmlformats.org/drawingml/2006/main">
            <a:off x="2524125" y="3952875"/>
            <a:ext cx="3476625" cy="361950"/>
          </a:xfrm>
          <a:prstGeom xmlns:a="http://schemas.openxmlformats.org/drawingml/2006/main" prst="straightConnector1">
            <a:avLst/>
          </a:prstGeom>
          <a:ln xmlns:a="http://schemas.openxmlformats.org/drawingml/2006/main" w="19050">
            <a:solidFill>
              <a:srgbClr val="52657A"/>
            </a:solidFill>
            <a:prstDash val="solid"/>
            <a:tailEnd type="none" w="med" len="med"/>
          </a:ln>
        </p:spPr>
      </p:cxnSp>
      <p:cxnSp>
        <p:nvCxnSpPr>
          <p:cNvPr id="14" name="">
            <a:extLst xmlns:a="http://schemas.openxmlformats.org/drawingml/2006/main">
              <a:ext uri="{FF2B5EF4-FFF2-40B4-BE49-F238E27FC236}">
                <a16:creationId xmlns:a16="http://schemas.microsoft.com/office/drawing/2014/main" id="{E26C3130-04AB-48F5-8503-FB8B76B4A531}"/>
              </a:ext>
            </a:extLst>
          </p:cNvPr>
          <p:cNvCxnSpPr>
            <a:stCxn xmlns:a="http://schemas.openxmlformats.org/drawingml/2006/main" id="6" idx="3"/>
            <a:endCxn xmlns:a="http://schemas.openxmlformats.org/drawingml/2006/main" id="13" idx="2"/>
          </p:cNvCxnSpPr>
          <p:nvPr/>
        </p:nvCxnSpPr>
        <p:spPr>
          <a:xfrm xmlns:a="http://schemas.openxmlformats.org/drawingml/2006/main" flipV="1">
            <a:off x="2524125" y="3686175"/>
            <a:ext cx="3476625" cy="266700"/>
          </a:xfrm>
          <a:prstGeom xmlns:a="http://schemas.openxmlformats.org/drawingml/2006/main" prst="straightConnector1">
            <a:avLst/>
          </a:prstGeom>
          <a:ln xmlns:a="http://schemas.openxmlformats.org/drawingml/2006/main" w="19050">
            <a:solidFill>
              <a:srgbClr val="52657A"/>
            </a:solidFill>
            <a:prstDash val="solid"/>
            <a:tailEnd type="none" w="med" len="med"/>
          </a:ln>
        </p:spPr>
      </p:cxnSp>
      <p:cxnSp>
        <p:nvCxnSpPr>
          <p:cNvPr id="12" name="">
            <a:extLst xmlns:a="http://schemas.openxmlformats.org/drawingml/2006/main">
              <a:ext uri="{FF2B5EF4-FFF2-40B4-BE49-F238E27FC236}">
                <a16:creationId xmlns:a16="http://schemas.microsoft.com/office/drawing/2014/main" id="{98680166-F0A9-4086-A1A0-C918C0361552}"/>
              </a:ext>
            </a:extLst>
          </p:cNvPr>
          <p:cNvCxnSpPr>
            <a:stCxn xmlns:a="http://schemas.openxmlformats.org/drawingml/2006/main" id="6" idx="3"/>
            <a:endCxn xmlns:a="http://schemas.openxmlformats.org/drawingml/2006/main" id="11" idx="2"/>
          </p:cNvCxnSpPr>
          <p:nvPr/>
        </p:nvCxnSpPr>
        <p:spPr>
          <a:xfrm xmlns:a="http://schemas.openxmlformats.org/drawingml/2006/main" flipV="1">
            <a:off x="2524125" y="3057525"/>
            <a:ext cx="3476625" cy="895350"/>
          </a:xfrm>
          <a:prstGeom xmlns:a="http://schemas.openxmlformats.org/drawingml/2006/main" prst="straightConnector1">
            <a:avLst/>
          </a:prstGeom>
          <a:ln xmlns:a="http://schemas.openxmlformats.org/drawingml/2006/main" w="19050">
            <a:solidFill>
              <a:srgbClr val="52657A"/>
            </a:solidFill>
            <a:prstDash val="solid"/>
            <a:tailEnd type="none" w="med" len="med"/>
          </a:ln>
        </p:spPr>
      </p:cxnSp>
      <p:cxnSp>
        <p:nvCxnSpPr>
          <p:cNvPr id="10" name="">
            <a:extLst xmlns:a="http://schemas.openxmlformats.org/drawingml/2006/main">
              <a:ext uri="{FF2B5EF4-FFF2-40B4-BE49-F238E27FC236}">
                <a16:creationId xmlns:a16="http://schemas.microsoft.com/office/drawing/2014/main" id="{9EE3FFD3-D3AE-45D2-95B6-FFC369A834A8}"/>
              </a:ext>
            </a:extLst>
          </p:cNvPr>
          <p:cNvCxnSpPr>
            <a:stCxn xmlns:a="http://schemas.openxmlformats.org/drawingml/2006/main" id="6" idx="3"/>
            <a:endCxn xmlns:a="http://schemas.openxmlformats.org/drawingml/2006/main" id="9" idx="2"/>
          </p:cNvCxnSpPr>
          <p:nvPr/>
        </p:nvCxnSpPr>
        <p:spPr>
          <a:xfrm xmlns:a="http://schemas.openxmlformats.org/drawingml/2006/main" flipV="1">
            <a:off x="2524125" y="2428875"/>
            <a:ext cx="3476625" cy="1524000"/>
          </a:xfrm>
          <a:prstGeom xmlns:a="http://schemas.openxmlformats.org/drawingml/2006/main" prst="straightConnector1">
            <a:avLst/>
          </a:prstGeom>
          <a:ln xmlns:a="http://schemas.openxmlformats.org/drawingml/2006/main" w="19050">
            <a:solidFill>
              <a:srgbClr val="52657A"/>
            </a:solidFill>
            <a:prstDash val="solid"/>
            <a:tailEnd type="none" w="med" len="med"/>
          </a:ln>
        </p:spPr>
      </p:cxnSp>
      <p:sp>
        <p:nvSpPr>
          <p:cNvPr id="23" name="">
            <a:extLst xmlns:a="http://schemas.openxmlformats.org/drawingml/2006/main">
              <a:ext uri="{FF2B5EF4-FFF2-40B4-BE49-F238E27FC236}">
                <a16:creationId xmlns:a16="http://schemas.microsoft.com/office/drawing/2014/main" id="{7A06B02F-3F54-42B4-82D3-18479C31197C}"/>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Use-case diagram</a:t>
            </a:r>
          </a:p>
        </p:txBody>
      </p:sp>
      <p:sp>
        <p:nvSpPr>
          <p:cNvPr id="2" name="">
            <a:extLst xmlns:a="http://schemas.openxmlformats.org/drawingml/2006/main">
              <a:ext uri="{FF2B5EF4-FFF2-40B4-BE49-F238E27FC236}">
                <a16:creationId xmlns:a16="http://schemas.microsoft.com/office/drawing/2014/main" id="{45D63544-2203-4B93-A241-B3C963B41610}"/>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7E540F24-F38D-4C44-AD08-8445B1E83761}"/>
              </a:ext>
            </a:extLst>
          </p:cNvPr>
          <p:cNvPicPr>
            <a:picLocks xmlns:a="http://schemas.openxmlformats.org/drawingml/2006/main" noChangeAspect="1"/>
          </p:cNvPicPr>
          <p:nvPr/>
        </p:nvPicPr>
        <p:blipFill>
          <a:blip xmlns:r="http://schemas.openxmlformats.org/officeDocument/2006/relationships" xmlns:a="http://schemas.openxmlformats.org/drawingml/2006/main" r:embed="Rca3028383b3d4696"/>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9A178A-D5CE-409C-9C95-CB29FD9974CF}"/>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6E56088D-F9CB-47A5-9E10-39576C13E30E}"/>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14</a:t>
            </a:r>
          </a:p>
        </p:txBody>
      </p:sp>
      <p:sp>
        <p:nvSpPr>
          <p:cNvPr id="6" name="Developer">
            <a:extLst xmlns:a="http://schemas.openxmlformats.org/drawingml/2006/main">
              <a:ext uri="{FF2B5EF4-FFF2-40B4-BE49-F238E27FC236}">
                <a16:creationId xmlns:a16="http://schemas.microsoft.com/office/drawing/2014/main" id="{81F6FD00-D44F-4168-BF2D-C7D6289099D9}"/>
              </a:ext>
            </a:extLst>
          </p:cNvPr>
          <p:cNvSpPr>
            <a:spLocks xmlns:a="http://schemas.openxmlformats.org/drawingml/2006/main" noGrp="1"/>
          </p:cNvSpPr>
          <p:nvPr/>
        </p:nvSpPr>
        <p:spPr>
          <a:xfrm xmlns:a="http://schemas.openxmlformats.org/drawingml/2006/main">
            <a:off x="523875" y="3476625"/>
            <a:ext cx="20002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4233B"/>
            </a:solidFill>
          </a:ln>
        </p:spPr>
        <p:txBody>
          <a:bodyPr xmlns:a="http://schemas.openxmlformats.org/drawingml/2006/main" lIns="114300" tIns="114300" rIns="114300" bIns="114300" anchor="ctr">
            <a:noAutofit/>
          </a:bodyPr>
          <a:lstStyle xmlns:a="http://schemas.openxmlformats.org/drawingml/2006/main">
            <a:defPPr algn="ctr">
              <a:defRPr sz="2100" b="0">
                <a:solidFill>
                  <a:srgbClr val="1C2D44"/>
                </a:solidFill>
                <a:latin typeface="Arial"/>
                <a:ea typeface="Arial"/>
                <a:cs typeface="Arial"/>
              </a:defRPr>
            </a:defPPr>
            <a:lvl1pPr algn="ctr">
              <a:defRPr sz="2100" b="0">
                <a:solidFill>
                  <a:srgbClr val="1C2D44"/>
                </a:solidFill>
                <a:latin typeface="Arial"/>
                <a:ea typeface="Arial"/>
                <a:cs typeface="Arial"/>
              </a:defRPr>
            </a:lvl1pPr>
            <a:lvl2pPr algn="ctr">
              <a:defRPr sz="2100" b="0">
                <a:solidFill>
                  <a:srgbClr val="1C2D44"/>
                </a:solidFill>
                <a:latin typeface="Arial"/>
                <a:ea typeface="Arial"/>
                <a:cs typeface="Arial"/>
              </a:defRPr>
            </a:lvl2pPr>
            <a:lvl3pPr algn="ctr">
              <a:defRPr sz="2100" b="0">
                <a:solidFill>
                  <a:srgbClr val="1C2D44"/>
                </a:solidFill>
                <a:latin typeface="Arial"/>
                <a:ea typeface="Arial"/>
                <a:cs typeface="Arial"/>
              </a:defRPr>
            </a:lvl3pPr>
            <a:lvl4pPr algn="ctr">
              <a:defRPr sz="2100" b="0">
                <a:solidFill>
                  <a:srgbClr val="1C2D44"/>
                </a:solidFill>
                <a:latin typeface="Arial"/>
                <a:ea typeface="Arial"/>
                <a:cs typeface="Arial"/>
              </a:defRPr>
            </a:lvl4pPr>
            <a:lvl5pPr algn="ctr">
              <a:defRPr sz="2100" b="0">
                <a:solidFill>
                  <a:srgbClr val="1C2D44"/>
                </a:solidFill>
                <a:latin typeface="Arial"/>
                <a:ea typeface="Arial"/>
                <a:cs typeface="Arial"/>
              </a:defRPr>
            </a:lvl5pPr>
            <a:lvl6pPr algn="ctr">
              <a:defRPr sz="2100" b="0">
                <a:solidFill>
                  <a:srgbClr val="1C2D44"/>
                </a:solidFill>
                <a:latin typeface="Arial"/>
                <a:ea typeface="Arial"/>
                <a:cs typeface="Arial"/>
              </a:defRPr>
            </a:lvl6pPr>
            <a:lvl7pPr algn="ctr">
              <a:defRPr sz="2100" b="0">
                <a:solidFill>
                  <a:srgbClr val="1C2D44"/>
                </a:solidFill>
                <a:latin typeface="Arial"/>
                <a:ea typeface="Arial"/>
                <a:cs typeface="Arial"/>
              </a:defRPr>
            </a:lvl7pPr>
            <a:lvl8pPr algn="ctr">
              <a:defRPr sz="2100" b="0">
                <a:solidFill>
                  <a:srgbClr val="1C2D44"/>
                </a:solidFill>
                <a:latin typeface="Arial"/>
                <a:ea typeface="Arial"/>
                <a:cs typeface="Arial"/>
              </a:defRPr>
            </a:lvl8pPr>
            <a:lvl9pPr algn="ctr">
              <a:defRPr sz="2100" b="0">
                <a:solidFill>
                  <a:srgbClr val="1C2D44"/>
                </a:solidFill>
                <a:latin typeface="Arial"/>
                <a:ea typeface="Arial"/>
                <a:cs typeface="Arial"/>
              </a:defRPr>
            </a:lvl9pPr>
          </a:lstStyle>
          <a:p xmlns:a="http://schemas.openxmlformats.org/drawingml/2006/main">
            <a:pPr algn="ctr">
              <a:defRPr sz="2100" b="0">
                <a:solidFill>
                  <a:srgbClr val="1C2D44"/>
                </a:solidFill>
                <a:latin typeface="Arial"/>
                <a:ea typeface="Arial"/>
                <a:cs typeface="Arial"/>
              </a:defRPr>
            </a:pPr>
            <a:r>
              <a:rPr sz="2100" b="0">
                <a:solidFill>
                  <a:srgbClr val="1C2D44"/>
                </a:solidFill>
                <a:latin typeface="Arial"/>
                <a:ea typeface="Arial"/>
                <a:cs typeface="Arial"/>
              </a:rPr>
              <a:t>Developer</a:t>
            </a:r>
          </a:p>
        </p:txBody>
      </p:sp>
      <p:sp>
        <p:nvSpPr>
          <p:cNvPr id="7" name="">
            <a:extLst xmlns:a="http://schemas.openxmlformats.org/drawingml/2006/main">
              <a:ext uri="{FF2B5EF4-FFF2-40B4-BE49-F238E27FC236}">
                <a16:creationId xmlns:a16="http://schemas.microsoft.com/office/drawing/2014/main" id="{169E44A0-38B5-4EB0-AAED-BE2C651214F2}"/>
              </a:ext>
            </a:extLst>
          </p:cNvPr>
          <p:cNvSpPr>
            <a:spLocks xmlns:a="http://schemas.openxmlformats.org/drawingml/2006/main" noGrp="1"/>
          </p:cNvSpPr>
          <p:nvPr/>
        </p:nvSpPr>
        <p:spPr>
          <a:xfrm xmlns:a="http://schemas.openxmlformats.org/drawingml/2006/main">
            <a:off x="3619500" y="1524000"/>
            <a:ext cx="9429750" cy="5286375"/>
          </a:xfrm>
          <a:prstGeom xmlns:a="http://schemas.openxmlformats.org/drawingml/2006/main" prst="rect">
            <a:avLst/>
          </a:prstGeom>
          <a:noFill xmlns:a="http://schemas.openxmlformats.org/drawingml/2006/main"/>
          <a:ln xmlns:a="http://schemas.openxmlformats.org/drawingml/2006/main" w="19050">
            <a:solidFill>
              <a:srgbClr val="14233B"/>
            </a:solidFill>
          </a:ln>
        </p:spPr>
      </p:sp>
      <p:sp>
        <p:nvSpPr>
          <p:cNvPr id="8" name="">
            <a:extLst xmlns:a="http://schemas.openxmlformats.org/drawingml/2006/main">
              <a:ext uri="{FF2B5EF4-FFF2-40B4-BE49-F238E27FC236}">
                <a16:creationId xmlns:a16="http://schemas.microsoft.com/office/drawing/2014/main" id="{61D226DA-2E07-47B5-A377-2E72CB28135E}"/>
              </a:ext>
            </a:extLst>
          </p:cNvPr>
          <p:cNvSpPr>
            <a:spLocks xmlns:a="http://schemas.openxmlformats.org/drawingml/2006/main" noGrp="1"/>
          </p:cNvSpPr>
          <p:nvPr/>
        </p:nvSpPr>
        <p:spPr>
          <a:xfrm xmlns:a="http://schemas.openxmlformats.org/drawingml/2006/main">
            <a:off x="4000500" y="1666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14233B"/>
                </a:solidFill>
                <a:latin typeface="Arial"/>
                <a:ea typeface="Arial"/>
                <a:cs typeface="Arial"/>
              </a:defRPr>
            </a:defPPr>
            <a:lvl1pPr algn="l">
              <a:defRPr sz="1800" b="1">
                <a:solidFill>
                  <a:srgbClr val="14233B"/>
                </a:solidFill>
                <a:latin typeface="Arial"/>
                <a:ea typeface="Arial"/>
                <a:cs typeface="Arial"/>
              </a:defRPr>
            </a:lvl1pPr>
            <a:lvl2pPr algn="l">
              <a:defRPr sz="1800" b="1">
                <a:solidFill>
                  <a:srgbClr val="14233B"/>
                </a:solidFill>
                <a:latin typeface="Arial"/>
                <a:ea typeface="Arial"/>
                <a:cs typeface="Arial"/>
              </a:defRPr>
            </a:lvl2pPr>
            <a:lvl3pPr algn="l">
              <a:defRPr sz="1800" b="1">
                <a:solidFill>
                  <a:srgbClr val="14233B"/>
                </a:solidFill>
                <a:latin typeface="Arial"/>
                <a:ea typeface="Arial"/>
                <a:cs typeface="Arial"/>
              </a:defRPr>
            </a:lvl3pPr>
            <a:lvl4pPr algn="l">
              <a:defRPr sz="1800" b="1">
                <a:solidFill>
                  <a:srgbClr val="14233B"/>
                </a:solidFill>
                <a:latin typeface="Arial"/>
                <a:ea typeface="Arial"/>
                <a:cs typeface="Arial"/>
              </a:defRPr>
            </a:lvl4pPr>
            <a:lvl5pPr algn="l">
              <a:defRPr sz="1800" b="1">
                <a:solidFill>
                  <a:srgbClr val="14233B"/>
                </a:solidFill>
                <a:latin typeface="Arial"/>
                <a:ea typeface="Arial"/>
                <a:cs typeface="Arial"/>
              </a:defRPr>
            </a:lvl5pPr>
            <a:lvl6pPr algn="l">
              <a:defRPr sz="1800" b="1">
                <a:solidFill>
                  <a:srgbClr val="14233B"/>
                </a:solidFill>
                <a:latin typeface="Arial"/>
                <a:ea typeface="Arial"/>
                <a:cs typeface="Arial"/>
              </a:defRPr>
            </a:lvl6pPr>
            <a:lvl7pPr algn="l">
              <a:defRPr sz="1800" b="1">
                <a:solidFill>
                  <a:srgbClr val="14233B"/>
                </a:solidFill>
                <a:latin typeface="Arial"/>
                <a:ea typeface="Arial"/>
                <a:cs typeface="Arial"/>
              </a:defRPr>
            </a:lvl7pPr>
            <a:lvl8pPr algn="l">
              <a:defRPr sz="1800" b="1">
                <a:solidFill>
                  <a:srgbClr val="14233B"/>
                </a:solidFill>
                <a:latin typeface="Arial"/>
                <a:ea typeface="Arial"/>
                <a:cs typeface="Arial"/>
              </a:defRPr>
            </a:lvl8pPr>
            <a:lvl9pPr algn="l">
              <a:defRPr sz="1800" b="1">
                <a:solidFill>
                  <a:srgbClr val="14233B"/>
                </a:solidFill>
                <a:latin typeface="Arial"/>
                <a:ea typeface="Arial"/>
                <a:cs typeface="Arial"/>
              </a:defRPr>
            </a:lvl9pPr>
          </a:lstStyle>
          <a:p xmlns:a="http://schemas.openxmlformats.org/drawingml/2006/main">
            <a:pPr algn="l">
              <a:defRPr sz="1800" b="1">
                <a:solidFill>
                  <a:srgbClr val="14233B"/>
                </a:solidFill>
                <a:latin typeface="Arial"/>
                <a:ea typeface="Arial"/>
                <a:cs typeface="Arial"/>
              </a:defRPr>
            </a:pPr>
            <a:r>
              <a:rPr sz="1800" b="1">
                <a:solidFill>
                  <a:srgbClr val="14233B"/>
                </a:solidFill>
                <a:latin typeface="Arial"/>
                <a:ea typeface="Arial"/>
                <a:cs typeface="Arial"/>
              </a:rPr>
              <a:t>CodeArchaeologist local application</a:t>
            </a:r>
          </a:p>
        </p:txBody>
      </p:sp>
      <p:sp>
        <p:nvSpPr>
          <p:cNvPr id="9" name="UC01  Import project">
            <a:extLst xmlns:a="http://schemas.openxmlformats.org/drawingml/2006/main">
              <a:ext uri="{FF2B5EF4-FFF2-40B4-BE49-F238E27FC236}">
                <a16:creationId xmlns:a16="http://schemas.microsoft.com/office/drawing/2014/main" id="{1719B6DE-650B-498B-A9BA-4B33DFEEC71F}"/>
              </a:ext>
            </a:extLst>
          </p:cNvPr>
          <p:cNvSpPr>
            <a:spLocks xmlns:a="http://schemas.openxmlformats.org/drawingml/2006/main" noGrp="1"/>
          </p:cNvSpPr>
          <p:nvPr/>
        </p:nvSpPr>
        <p:spPr>
          <a:xfrm xmlns:a="http://schemas.openxmlformats.org/drawingml/2006/main">
            <a:off x="6000750" y="2171700"/>
            <a:ext cx="6191250" cy="514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UC01  Import project</a:t>
            </a:r>
          </a:p>
        </p:txBody>
      </p:sp>
      <p:sp>
        <p:nvSpPr>
          <p:cNvPr id="11" name="UC02  Explore source">
            <a:extLst xmlns:a="http://schemas.openxmlformats.org/drawingml/2006/main">
              <a:ext uri="{FF2B5EF4-FFF2-40B4-BE49-F238E27FC236}">
                <a16:creationId xmlns:a16="http://schemas.microsoft.com/office/drawing/2014/main" id="{053EDF0A-8457-41F2-8C11-1DF75ED0A039}"/>
              </a:ext>
            </a:extLst>
          </p:cNvPr>
          <p:cNvSpPr>
            <a:spLocks xmlns:a="http://schemas.openxmlformats.org/drawingml/2006/main" noGrp="1"/>
          </p:cNvSpPr>
          <p:nvPr/>
        </p:nvSpPr>
        <p:spPr>
          <a:xfrm xmlns:a="http://schemas.openxmlformats.org/drawingml/2006/main">
            <a:off x="6000750" y="2800350"/>
            <a:ext cx="6191250" cy="514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UC02  Explore source</a:t>
            </a:r>
          </a:p>
        </p:txBody>
      </p:sp>
      <p:sp>
        <p:nvSpPr>
          <p:cNvPr id="13" name="UC03  Inspect graphs and quality">
            <a:extLst xmlns:a="http://schemas.openxmlformats.org/drawingml/2006/main">
              <a:ext uri="{FF2B5EF4-FFF2-40B4-BE49-F238E27FC236}">
                <a16:creationId xmlns:a16="http://schemas.microsoft.com/office/drawing/2014/main" id="{D5D98497-7394-45E4-8DFB-614AC4699759}"/>
              </a:ext>
            </a:extLst>
          </p:cNvPr>
          <p:cNvSpPr>
            <a:spLocks xmlns:a="http://schemas.openxmlformats.org/drawingml/2006/main" noGrp="1"/>
          </p:cNvSpPr>
          <p:nvPr/>
        </p:nvSpPr>
        <p:spPr>
          <a:xfrm xmlns:a="http://schemas.openxmlformats.org/drawingml/2006/main">
            <a:off x="6000750" y="3429000"/>
            <a:ext cx="6191250" cy="514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UC03  Inspect graphs and quality</a:t>
            </a:r>
          </a:p>
        </p:txBody>
      </p:sp>
      <p:sp>
        <p:nvSpPr>
          <p:cNvPr id="15" name="UC04  Search code">
            <a:extLst xmlns:a="http://schemas.openxmlformats.org/drawingml/2006/main">
              <a:ext uri="{FF2B5EF4-FFF2-40B4-BE49-F238E27FC236}">
                <a16:creationId xmlns:a16="http://schemas.microsoft.com/office/drawing/2014/main" id="{EAB505A6-C588-4E5A-8296-6BDC1867D59B}"/>
              </a:ext>
            </a:extLst>
          </p:cNvPr>
          <p:cNvSpPr>
            <a:spLocks xmlns:a="http://schemas.openxmlformats.org/drawingml/2006/main" noGrp="1"/>
          </p:cNvSpPr>
          <p:nvPr/>
        </p:nvSpPr>
        <p:spPr>
          <a:xfrm xmlns:a="http://schemas.openxmlformats.org/drawingml/2006/main">
            <a:off x="6000750" y="4057650"/>
            <a:ext cx="6191250" cy="514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UC04  Search code</a:t>
            </a:r>
          </a:p>
        </p:txBody>
      </p:sp>
      <p:sp>
        <p:nvSpPr>
          <p:cNvPr id="17" name="UC05  Ask or explain">
            <a:extLst xmlns:a="http://schemas.openxmlformats.org/drawingml/2006/main">
              <a:ext uri="{FF2B5EF4-FFF2-40B4-BE49-F238E27FC236}">
                <a16:creationId xmlns:a16="http://schemas.microsoft.com/office/drawing/2014/main" id="{79AC6DC3-EE0C-4461-AC7F-FC8F135CDD01}"/>
              </a:ext>
            </a:extLst>
          </p:cNvPr>
          <p:cNvSpPr>
            <a:spLocks xmlns:a="http://schemas.openxmlformats.org/drawingml/2006/main" noGrp="1"/>
          </p:cNvSpPr>
          <p:nvPr/>
        </p:nvSpPr>
        <p:spPr>
          <a:xfrm xmlns:a="http://schemas.openxmlformats.org/drawingml/2006/main">
            <a:off x="6000750" y="4686300"/>
            <a:ext cx="6191250" cy="514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UC05  Ask or explain</a:t>
            </a:r>
          </a:p>
        </p:txBody>
      </p:sp>
      <p:sp>
        <p:nvSpPr>
          <p:cNvPr id="19" name="UC06  Export documentation">
            <a:extLst xmlns:a="http://schemas.openxmlformats.org/drawingml/2006/main">
              <a:ext uri="{FF2B5EF4-FFF2-40B4-BE49-F238E27FC236}">
                <a16:creationId xmlns:a16="http://schemas.microsoft.com/office/drawing/2014/main" id="{E475479A-B60F-40C3-9DCC-37F12D8209DE}"/>
              </a:ext>
            </a:extLst>
          </p:cNvPr>
          <p:cNvSpPr>
            <a:spLocks xmlns:a="http://schemas.openxmlformats.org/drawingml/2006/main" noGrp="1"/>
          </p:cNvSpPr>
          <p:nvPr/>
        </p:nvSpPr>
        <p:spPr>
          <a:xfrm xmlns:a="http://schemas.openxmlformats.org/drawingml/2006/main">
            <a:off x="6000750" y="5314950"/>
            <a:ext cx="6191250" cy="514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UC06  Export documentation</a:t>
            </a:r>
          </a:p>
        </p:txBody>
      </p:sp>
      <p:sp>
        <p:nvSpPr>
          <p:cNvPr id="21" name="UC07  Reopen or reanalyze">
            <a:extLst xmlns:a="http://schemas.openxmlformats.org/drawingml/2006/main">
              <a:ext uri="{FF2B5EF4-FFF2-40B4-BE49-F238E27FC236}">
                <a16:creationId xmlns:a16="http://schemas.microsoft.com/office/drawing/2014/main" id="{B7CADF6F-6B33-4C5C-B3FF-8DFA0EC9B5F3}"/>
              </a:ext>
            </a:extLst>
          </p:cNvPr>
          <p:cNvSpPr>
            <a:spLocks xmlns:a="http://schemas.openxmlformats.org/drawingml/2006/main" noGrp="1"/>
          </p:cNvSpPr>
          <p:nvPr/>
        </p:nvSpPr>
        <p:spPr>
          <a:xfrm xmlns:a="http://schemas.openxmlformats.org/drawingml/2006/main">
            <a:off x="6000750" y="5943600"/>
            <a:ext cx="6191250" cy="514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UC07  Reopen or reanalyze</a:t>
            </a:r>
          </a:p>
        </p:txBody>
      </p:sp>
    </p:spTree>
    <p:extLst>
      <p:ext uri="{BB962C8B-B14F-4D97-AF65-F5344CB8AC3E}">
        <p14:creationId xmlns:p14="http://schemas.microsoft.com/office/powerpoint/2010/main" val="1591759216"/>
      </p:ext>
    </p:extLst>
  </p:cSld>
</p:sld>
</file>

<file path=ppt/slides/slide1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33FF64-DC7D-48AB-AE7B-9CA0B2632FE9}"/>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Use-case contracts</a:t>
            </a:r>
          </a:p>
        </p:txBody>
      </p:sp>
      <p:sp>
        <p:nvSpPr>
          <p:cNvPr id="2" name="">
            <a:extLst xmlns:a="http://schemas.openxmlformats.org/drawingml/2006/main">
              <a:ext uri="{FF2B5EF4-FFF2-40B4-BE49-F238E27FC236}">
                <a16:creationId xmlns:a16="http://schemas.microsoft.com/office/drawing/2014/main" id="{A034F1F6-3430-468E-AD62-A9A4B1393D24}"/>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58F58904-A7C3-476A-8688-31140ED39FB1}"/>
              </a:ext>
            </a:extLst>
          </p:cNvPr>
          <p:cNvPicPr>
            <a:picLocks xmlns:a="http://schemas.openxmlformats.org/drawingml/2006/main" noChangeAspect="1"/>
          </p:cNvPicPr>
          <p:nvPr/>
        </p:nvPicPr>
        <p:blipFill>
          <a:blip xmlns:r="http://schemas.openxmlformats.org/officeDocument/2006/relationships" xmlns:a="http://schemas.openxmlformats.org/drawingml/2006/main" r:embed="R682600553e24434d"/>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DEA5FC-CFA8-4860-BA14-7C7636621AB6}"/>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834F79DB-DC09-4D23-9B36-AF3276BB2A8B}"/>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15</a:t>
            </a:r>
          </a:p>
        </p:txBody>
      </p:sp>
      <p:graphicFrame>
        <p:nvGraphicFramePr>
          <p:cNvPr id="6" name="">
            <a:extLst xmlns:a="http://schemas.openxmlformats.org/drawingml/2006/main">
              <a:ext uri="{FF2B5EF4-FFF2-40B4-BE49-F238E27FC236}">
                <a16:creationId xmlns:a16="http://schemas.microsoft.com/office/drawing/2014/main" id="{3DDA93D2-3A2C-4320-8AA9-3EE37DA8B90F}"/>
              </a:ext>
            </a:extLst>
          </p:cNvPr>
          <p:cNvGraphicFramePr/>
          <p:nvPr/>
        </p:nvGraphicFramePr>
        <p:xfrm>
          <a:off xmlns:a="http://schemas.openxmlformats.org/drawingml/2006/main" x="609600" y="1524000"/>
          <a:ext xmlns:a="http://schemas.openxmlformats.org/drawingml/2006/main" cx="12496800" cy="4857750"/>
        </p:xfrm>
        <a:graphic xmlns:a="http://schemas.openxmlformats.org/drawingml/2006/main">
          <a:graphicData uri="http://schemas.openxmlformats.org/drawingml/2006/table">
            <a:tbl>
              <a:tblPr/>
              <a:tblGrid>
                <a:gridCol w="2762250"/>
                <a:gridCol w="4000500"/>
                <a:gridCol w="5734050"/>
              </a:tblGrid>
              <a:tr h="971550">
                <a:tc>
                  <a:txBody>
                    <a:bodyPr lIns="114300" tIns="114300" rIns="114300" bIns="114300"/>
                    <a:lstStyle/>
                    <a:p>
                      <a:r>
                        <a:rPr sz="1875" b="1">
                          <a:solidFill>
                            <a:srgbClr val="FFFFFF"/>
                          </a:solidFill>
                          <a:latin typeface="Arial"/>
                          <a:ea typeface="Arial"/>
                          <a:cs typeface="Arial"/>
                        </a:rPr>
                        <a:t>Use case</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Precondition</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Success and failure behavior</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971550">
                <a:tc>
                  <a:txBody>
                    <a:bodyPr lIns="114300" tIns="114300" rIns="114300" bIns="114300"/>
                    <a:lstStyle/>
                    <a:p>
                      <a:r>
                        <a:rPr sz="1875" b="0">
                          <a:solidFill>
                            <a:srgbClr val="1C2D44"/>
                          </a:solidFill>
                          <a:latin typeface="Arial"/>
                          <a:ea typeface="Arial"/>
                          <a:cs typeface="Arial"/>
                        </a:rPr>
                        <a:t>UC01  Import</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Readable folder or valid ZIP</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Create saved snapshot and report. Reject unsafe paths or limits.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971550">
                <a:tc>
                  <a:txBody>
                    <a:bodyPr lIns="114300" tIns="114300" rIns="114300" bIns="114300"/>
                    <a:lstStyle/>
                    <a:p>
                      <a:r>
                        <a:rPr sz="1875" b="0">
                          <a:solidFill>
                            <a:srgbClr val="1C2D44"/>
                          </a:solidFill>
                          <a:latin typeface="Arial"/>
                          <a:ea typeface="Arial"/>
                          <a:cs typeface="Arial"/>
                        </a:rPr>
                        <a:t>UC05  Ask or explain</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Ready project and available model</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Retrieve evidence and save answer. Return error if model or source labels fail.</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971550">
                <a:tc>
                  <a:txBody>
                    <a:bodyPr lIns="114300" tIns="114300" rIns="114300" bIns="114300"/>
                    <a:lstStyle/>
                    <a:p>
                      <a:r>
                        <a:rPr sz="1875" b="0">
                          <a:solidFill>
                            <a:srgbClr val="1C2D44"/>
                          </a:solidFill>
                          <a:latin typeface="Arial"/>
                          <a:ea typeface="Arial"/>
                          <a:cs typeface="Arial"/>
                        </a:rPr>
                        <a:t>UC06  Export</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Ready project</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Download JSON, Markdown, SVG, offline HTML, and saved AI notes.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971550">
                <a:tc>
                  <a:txBody>
                    <a:bodyPr lIns="114300" tIns="114300" rIns="114300" bIns="114300"/>
                    <a:lstStyle/>
                    <a:p>
                      <a:r>
                        <a:rPr sz="1875" b="0">
                          <a:solidFill>
                            <a:srgbClr val="1C2D44"/>
                          </a:solidFill>
                          <a:latin typeface="Arial"/>
                          <a:ea typeface="Arial"/>
                          <a:cs typeface="Arial"/>
                        </a:rPr>
                        <a:t>UC07  Reanalyze</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Existing saved project</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Rebuild the stored snapshot. Changed original source requires a new import.</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bl>
          </a:graphicData>
        </a:graphic>
      </p:graphicFrame>
    </p:spTree>
    <p:extLst>
      <p:ext uri="{BB962C8B-B14F-4D97-AF65-F5344CB8AC3E}">
        <p14:creationId xmlns:p14="http://schemas.microsoft.com/office/powerpoint/2010/main" val="803408066"/>
      </p:ext>
    </p:extLst>
  </p:cSld>
</p:sld>
</file>

<file path=ppt/slides/slide1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D171D2B-8066-4258-A6DC-451438AA993B}"/>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Question-answer sequence</a:t>
            </a:r>
          </a:p>
        </p:txBody>
      </p:sp>
      <p:sp>
        <p:nvSpPr>
          <p:cNvPr id="2" name="">
            <a:extLst xmlns:a="http://schemas.openxmlformats.org/drawingml/2006/main">
              <a:ext uri="{FF2B5EF4-FFF2-40B4-BE49-F238E27FC236}">
                <a16:creationId xmlns:a16="http://schemas.microsoft.com/office/drawing/2014/main" id="{E9AD91C1-6A23-4879-A2EC-FEE3848FB92E}"/>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7E77D109-CCD1-478A-9A6D-9D8781D8F4C5}"/>
              </a:ext>
            </a:extLst>
          </p:cNvPr>
          <p:cNvPicPr>
            <a:picLocks xmlns:a="http://schemas.openxmlformats.org/drawingml/2006/main" noChangeAspect="1"/>
          </p:cNvPicPr>
          <p:nvPr/>
        </p:nvPicPr>
        <p:blipFill>
          <a:blip xmlns:r="http://schemas.openxmlformats.org/officeDocument/2006/relationships" xmlns:a="http://schemas.openxmlformats.org/drawingml/2006/main" r:embed="R9fad46b22a624ebc"/>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976F36-7762-4B62-B742-4E48EE88FCAF}"/>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F9741C95-DFEE-4871-80FF-73172BF64BBA}"/>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16</a:t>
            </a:r>
          </a:p>
        </p:txBody>
      </p:sp>
      <p:sp>
        <p:nvSpPr>
          <p:cNvPr id="6" name="Developer UI">
            <a:extLst xmlns:a="http://schemas.openxmlformats.org/drawingml/2006/main">
              <a:ext uri="{FF2B5EF4-FFF2-40B4-BE49-F238E27FC236}">
                <a16:creationId xmlns:a16="http://schemas.microsoft.com/office/drawing/2014/main" id="{A8BDF44B-9C55-4E3B-BBE7-E35698847C61}"/>
              </a:ext>
            </a:extLst>
          </p:cNvPr>
          <p:cNvSpPr>
            <a:spLocks xmlns:a="http://schemas.openxmlformats.org/drawingml/2006/main" noGrp="1"/>
          </p:cNvSpPr>
          <p:nvPr/>
        </p:nvSpPr>
        <p:spPr>
          <a:xfrm xmlns:a="http://schemas.openxmlformats.org/drawingml/2006/main">
            <a:off x="333375" y="1476375"/>
            <a:ext cx="2095500" cy="6667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Developer UI</a:t>
            </a:r>
          </a:p>
        </p:txBody>
      </p:sp>
      <p:sp>
        <p:nvSpPr>
          <p:cNvPr id="7" name="FastAPI service">
            <a:extLst xmlns:a="http://schemas.openxmlformats.org/drawingml/2006/main">
              <a:ext uri="{FF2B5EF4-FFF2-40B4-BE49-F238E27FC236}">
                <a16:creationId xmlns:a16="http://schemas.microsoft.com/office/drawing/2014/main" id="{C445D863-5837-4320-8C66-64C56148D97E}"/>
              </a:ext>
            </a:extLst>
          </p:cNvPr>
          <p:cNvSpPr>
            <a:spLocks xmlns:a="http://schemas.openxmlformats.org/drawingml/2006/main" noGrp="1"/>
          </p:cNvSpPr>
          <p:nvPr/>
        </p:nvSpPr>
        <p:spPr>
          <a:xfrm xmlns:a="http://schemas.openxmlformats.org/drawingml/2006/main">
            <a:off x="2905125" y="1476375"/>
            <a:ext cx="2095500" cy="6667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FastAPI service</a:t>
            </a:r>
          </a:p>
        </p:txBody>
      </p:sp>
      <p:sp>
        <p:nvSpPr>
          <p:cNvPr id="8" name="Search index">
            <a:extLst xmlns:a="http://schemas.openxmlformats.org/drawingml/2006/main">
              <a:ext uri="{FF2B5EF4-FFF2-40B4-BE49-F238E27FC236}">
                <a16:creationId xmlns:a16="http://schemas.microsoft.com/office/drawing/2014/main" id="{1527FC81-49B7-4A0C-BDC6-7C6BD1832F05}"/>
              </a:ext>
            </a:extLst>
          </p:cNvPr>
          <p:cNvSpPr>
            <a:spLocks xmlns:a="http://schemas.openxmlformats.org/drawingml/2006/main" noGrp="1"/>
          </p:cNvSpPr>
          <p:nvPr/>
        </p:nvSpPr>
        <p:spPr>
          <a:xfrm xmlns:a="http://schemas.openxmlformats.org/drawingml/2006/main">
            <a:off x="5572125" y="1476375"/>
            <a:ext cx="2095500" cy="6667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Search index</a:t>
            </a:r>
          </a:p>
        </p:txBody>
      </p:sp>
      <p:sp>
        <p:nvSpPr>
          <p:cNvPr id="9" name="Local Qwen">
            <a:extLst xmlns:a="http://schemas.openxmlformats.org/drawingml/2006/main">
              <a:ext uri="{FF2B5EF4-FFF2-40B4-BE49-F238E27FC236}">
                <a16:creationId xmlns:a16="http://schemas.microsoft.com/office/drawing/2014/main" id="{6B07E35B-FE85-45E3-9BFA-EA2408A26235}"/>
              </a:ext>
            </a:extLst>
          </p:cNvPr>
          <p:cNvSpPr>
            <a:spLocks xmlns:a="http://schemas.openxmlformats.org/drawingml/2006/main" noGrp="1"/>
          </p:cNvSpPr>
          <p:nvPr/>
        </p:nvSpPr>
        <p:spPr>
          <a:xfrm xmlns:a="http://schemas.openxmlformats.org/drawingml/2006/main">
            <a:off x="8239125" y="1476375"/>
            <a:ext cx="2095500" cy="666750"/>
          </a:xfrm>
          <a:prstGeom xmlns:a="http://schemas.openxmlformats.org/drawingml/2006/main" prst="rect">
            <a:avLst/>
          </a:prstGeom>
          <a:solidFill xmlns:a="http://schemas.openxmlformats.org/drawingml/2006/main">
            <a:srgbClr val="FFF1E4"/>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Local Qwen</a:t>
            </a:r>
          </a:p>
        </p:txBody>
      </p:sp>
      <p:sp>
        <p:nvSpPr>
          <p:cNvPr id="10" name="SQLite">
            <a:extLst xmlns:a="http://schemas.openxmlformats.org/drawingml/2006/main">
              <a:ext uri="{FF2B5EF4-FFF2-40B4-BE49-F238E27FC236}">
                <a16:creationId xmlns:a16="http://schemas.microsoft.com/office/drawing/2014/main" id="{94B06E31-A1D3-4142-BF69-5AFF01B981D3}"/>
              </a:ext>
            </a:extLst>
          </p:cNvPr>
          <p:cNvSpPr>
            <a:spLocks xmlns:a="http://schemas.openxmlformats.org/drawingml/2006/main" noGrp="1"/>
          </p:cNvSpPr>
          <p:nvPr/>
        </p:nvSpPr>
        <p:spPr>
          <a:xfrm xmlns:a="http://schemas.openxmlformats.org/drawingml/2006/main">
            <a:off x="11001375" y="1476375"/>
            <a:ext cx="2095500" cy="666750"/>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1C2D44"/>
                </a:solidFill>
                <a:latin typeface="Arial"/>
                <a:ea typeface="Arial"/>
                <a:cs typeface="Arial"/>
              </a:defRPr>
            </a:defPPr>
            <a:lvl1pPr algn="ctr">
              <a:defRPr sz="1725" b="0">
                <a:solidFill>
                  <a:srgbClr val="1C2D44"/>
                </a:solidFill>
                <a:latin typeface="Arial"/>
                <a:ea typeface="Arial"/>
                <a:cs typeface="Arial"/>
              </a:defRPr>
            </a:lvl1pPr>
            <a:lvl2pPr algn="ctr">
              <a:defRPr sz="1725" b="0">
                <a:solidFill>
                  <a:srgbClr val="1C2D44"/>
                </a:solidFill>
                <a:latin typeface="Arial"/>
                <a:ea typeface="Arial"/>
                <a:cs typeface="Arial"/>
              </a:defRPr>
            </a:lvl2pPr>
            <a:lvl3pPr algn="ctr">
              <a:defRPr sz="1725" b="0">
                <a:solidFill>
                  <a:srgbClr val="1C2D44"/>
                </a:solidFill>
                <a:latin typeface="Arial"/>
                <a:ea typeface="Arial"/>
                <a:cs typeface="Arial"/>
              </a:defRPr>
            </a:lvl3pPr>
            <a:lvl4pPr algn="ctr">
              <a:defRPr sz="1725" b="0">
                <a:solidFill>
                  <a:srgbClr val="1C2D44"/>
                </a:solidFill>
                <a:latin typeface="Arial"/>
                <a:ea typeface="Arial"/>
                <a:cs typeface="Arial"/>
              </a:defRPr>
            </a:lvl4pPr>
            <a:lvl5pPr algn="ctr">
              <a:defRPr sz="1725" b="0">
                <a:solidFill>
                  <a:srgbClr val="1C2D44"/>
                </a:solidFill>
                <a:latin typeface="Arial"/>
                <a:ea typeface="Arial"/>
                <a:cs typeface="Arial"/>
              </a:defRPr>
            </a:lvl5pPr>
            <a:lvl6pPr algn="ctr">
              <a:defRPr sz="1725" b="0">
                <a:solidFill>
                  <a:srgbClr val="1C2D44"/>
                </a:solidFill>
                <a:latin typeface="Arial"/>
                <a:ea typeface="Arial"/>
                <a:cs typeface="Arial"/>
              </a:defRPr>
            </a:lvl6pPr>
            <a:lvl7pPr algn="ctr">
              <a:defRPr sz="1725" b="0">
                <a:solidFill>
                  <a:srgbClr val="1C2D44"/>
                </a:solidFill>
                <a:latin typeface="Arial"/>
                <a:ea typeface="Arial"/>
                <a:cs typeface="Arial"/>
              </a:defRPr>
            </a:lvl7pPr>
            <a:lvl8pPr algn="ctr">
              <a:defRPr sz="1725" b="0">
                <a:solidFill>
                  <a:srgbClr val="1C2D44"/>
                </a:solidFill>
                <a:latin typeface="Arial"/>
                <a:ea typeface="Arial"/>
                <a:cs typeface="Arial"/>
              </a:defRPr>
            </a:lvl8pPr>
            <a:lvl9pPr algn="ctr">
              <a:defRPr sz="1725" b="0">
                <a:solidFill>
                  <a:srgbClr val="1C2D44"/>
                </a:solidFill>
                <a:latin typeface="Arial"/>
                <a:ea typeface="Arial"/>
                <a:cs typeface="Arial"/>
              </a:defRPr>
            </a:lvl9pPr>
          </a:lstStyle>
          <a:p xmlns:a="http://schemas.openxmlformats.org/drawingml/2006/main">
            <a:pPr algn="ctr">
              <a:defRPr sz="1725" b="0">
                <a:solidFill>
                  <a:srgbClr val="1C2D44"/>
                </a:solidFill>
                <a:latin typeface="Arial"/>
                <a:ea typeface="Arial"/>
                <a:cs typeface="Arial"/>
              </a:defRPr>
            </a:pPr>
            <a:r>
              <a:rPr sz="1725" b="0">
                <a:solidFill>
                  <a:srgbClr val="1C2D44"/>
                </a:solidFill>
                <a:latin typeface="Arial"/>
                <a:ea typeface="Arial"/>
                <a:cs typeface="Arial"/>
              </a:rPr>
              <a:t>SQLite</a:t>
            </a:r>
          </a:p>
        </p:txBody>
      </p:sp>
      <p:sp>
        <p:nvSpPr>
          <p:cNvPr id="11" name="">
            <a:extLst xmlns:a="http://schemas.openxmlformats.org/drawingml/2006/main">
              <a:ext uri="{FF2B5EF4-FFF2-40B4-BE49-F238E27FC236}">
                <a16:creationId xmlns:a16="http://schemas.microsoft.com/office/drawing/2014/main" id="{0CB7610F-0B46-460B-B69B-D1FE4BDA40C8}"/>
              </a:ext>
            </a:extLst>
          </p:cNvPr>
          <p:cNvSpPr>
            <a:spLocks xmlns:a="http://schemas.openxmlformats.org/drawingml/2006/main" noGrp="1"/>
          </p:cNvSpPr>
          <p:nvPr/>
        </p:nvSpPr>
        <p:spPr>
          <a:xfrm xmlns:a="http://schemas.openxmlformats.org/drawingml/2006/main">
            <a:off x="1381125" y="2143125"/>
            <a:ext cx="0" cy="4524375"/>
          </a:xfrm>
          <a:prstGeom xmlns:a="http://schemas.openxmlformats.org/drawingml/2006/main" prst="line">
            <a:avLst/>
          </a:prstGeom>
          <a:ln xmlns:a="http://schemas.openxmlformats.org/drawingml/2006/main" w="19050">
            <a:solidFill>
              <a:srgbClr val="D4DFE7"/>
            </a:solidFill>
            <a:prstDash val="dash"/>
          </a:ln>
        </p:spPr>
      </p:sp>
      <p:sp>
        <p:nvSpPr>
          <p:cNvPr id="12" name="">
            <a:extLst xmlns:a="http://schemas.openxmlformats.org/drawingml/2006/main">
              <a:ext uri="{FF2B5EF4-FFF2-40B4-BE49-F238E27FC236}">
                <a16:creationId xmlns:a16="http://schemas.microsoft.com/office/drawing/2014/main" id="{6F966F37-6199-4AD3-9CD1-789B011F248D}"/>
              </a:ext>
            </a:extLst>
          </p:cNvPr>
          <p:cNvSpPr>
            <a:spLocks xmlns:a="http://schemas.openxmlformats.org/drawingml/2006/main" noGrp="1"/>
          </p:cNvSpPr>
          <p:nvPr/>
        </p:nvSpPr>
        <p:spPr>
          <a:xfrm xmlns:a="http://schemas.openxmlformats.org/drawingml/2006/main">
            <a:off x="3952875" y="2143125"/>
            <a:ext cx="0" cy="4524375"/>
          </a:xfrm>
          <a:prstGeom xmlns:a="http://schemas.openxmlformats.org/drawingml/2006/main" prst="line">
            <a:avLst/>
          </a:prstGeom>
          <a:ln xmlns:a="http://schemas.openxmlformats.org/drawingml/2006/main" w="19050">
            <a:solidFill>
              <a:srgbClr val="D4DFE7"/>
            </a:solidFill>
            <a:prstDash val="dash"/>
          </a:ln>
        </p:spPr>
      </p:sp>
      <p:sp>
        <p:nvSpPr>
          <p:cNvPr id="13" name="">
            <a:extLst xmlns:a="http://schemas.openxmlformats.org/drawingml/2006/main">
              <a:ext uri="{FF2B5EF4-FFF2-40B4-BE49-F238E27FC236}">
                <a16:creationId xmlns:a16="http://schemas.microsoft.com/office/drawing/2014/main" id="{B36DFE3D-9554-482E-AE07-C9C0804B02DF}"/>
              </a:ext>
            </a:extLst>
          </p:cNvPr>
          <p:cNvSpPr>
            <a:spLocks xmlns:a="http://schemas.openxmlformats.org/drawingml/2006/main" noGrp="1"/>
          </p:cNvSpPr>
          <p:nvPr/>
        </p:nvSpPr>
        <p:spPr>
          <a:xfrm xmlns:a="http://schemas.openxmlformats.org/drawingml/2006/main">
            <a:off x="6619875" y="2143125"/>
            <a:ext cx="0" cy="4524375"/>
          </a:xfrm>
          <a:prstGeom xmlns:a="http://schemas.openxmlformats.org/drawingml/2006/main" prst="line">
            <a:avLst/>
          </a:prstGeom>
          <a:ln xmlns:a="http://schemas.openxmlformats.org/drawingml/2006/main" w="19050">
            <a:solidFill>
              <a:srgbClr val="D4DFE7"/>
            </a:solidFill>
            <a:prstDash val="dash"/>
          </a:ln>
        </p:spPr>
      </p:sp>
      <p:sp>
        <p:nvSpPr>
          <p:cNvPr id="14" name="">
            <a:extLst xmlns:a="http://schemas.openxmlformats.org/drawingml/2006/main">
              <a:ext uri="{FF2B5EF4-FFF2-40B4-BE49-F238E27FC236}">
                <a16:creationId xmlns:a16="http://schemas.microsoft.com/office/drawing/2014/main" id="{4BCEB500-8FC8-400E-9743-5A28036B8F0A}"/>
              </a:ext>
            </a:extLst>
          </p:cNvPr>
          <p:cNvSpPr>
            <a:spLocks xmlns:a="http://schemas.openxmlformats.org/drawingml/2006/main" noGrp="1"/>
          </p:cNvSpPr>
          <p:nvPr/>
        </p:nvSpPr>
        <p:spPr>
          <a:xfrm xmlns:a="http://schemas.openxmlformats.org/drawingml/2006/main">
            <a:off x="9286875" y="2143125"/>
            <a:ext cx="0" cy="4524375"/>
          </a:xfrm>
          <a:prstGeom xmlns:a="http://schemas.openxmlformats.org/drawingml/2006/main" prst="line">
            <a:avLst/>
          </a:prstGeom>
          <a:ln xmlns:a="http://schemas.openxmlformats.org/drawingml/2006/main" w="19050">
            <a:solidFill>
              <a:srgbClr val="D4DFE7"/>
            </a:solidFill>
            <a:prstDash val="dash"/>
          </a:ln>
        </p:spPr>
      </p:sp>
      <p:sp>
        <p:nvSpPr>
          <p:cNvPr id="15" name="">
            <a:extLst xmlns:a="http://schemas.openxmlformats.org/drawingml/2006/main">
              <a:ext uri="{FF2B5EF4-FFF2-40B4-BE49-F238E27FC236}">
                <a16:creationId xmlns:a16="http://schemas.microsoft.com/office/drawing/2014/main" id="{A2D31B69-805D-444E-B3BC-AFC7DB0D9658}"/>
              </a:ext>
            </a:extLst>
          </p:cNvPr>
          <p:cNvSpPr>
            <a:spLocks xmlns:a="http://schemas.openxmlformats.org/drawingml/2006/main" noGrp="1"/>
          </p:cNvSpPr>
          <p:nvPr/>
        </p:nvSpPr>
        <p:spPr>
          <a:xfrm xmlns:a="http://schemas.openxmlformats.org/drawingml/2006/main">
            <a:off x="12049125" y="2143125"/>
            <a:ext cx="0" cy="4524375"/>
          </a:xfrm>
          <a:prstGeom xmlns:a="http://schemas.openxmlformats.org/drawingml/2006/main" prst="line">
            <a:avLst/>
          </a:prstGeom>
          <a:ln xmlns:a="http://schemas.openxmlformats.org/drawingml/2006/main" w="19050">
            <a:solidFill>
              <a:srgbClr val="D4DFE7"/>
            </a:solidFill>
            <a:prstDash val="dash"/>
          </a:ln>
        </p:spPr>
      </p:sp>
      <p:cxnSp>
        <p:nvCxnSpPr>
          <p:cNvPr id="16" name="">
            <a:extLst xmlns:a="http://schemas.openxmlformats.org/drawingml/2006/main">
              <a:ext uri="{FF2B5EF4-FFF2-40B4-BE49-F238E27FC236}">
                <a16:creationId xmlns:a16="http://schemas.microsoft.com/office/drawing/2014/main" id="{9D5FCA2E-0346-4413-846B-4534BDD51AEA}"/>
              </a:ext>
            </a:extLst>
          </p:cNvPr>
          <p:cNvCxnSpPr/>
          <p:nvPr/>
        </p:nvCxnSpPr>
        <p:spPr>
          <a:xfrm xmlns:a="http://schemas.openxmlformats.org/drawingml/2006/main" flipH="0">
            <a:off x="1381125" y="2762250"/>
            <a:ext cx="2571750" cy="0"/>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17" name="">
            <a:extLst xmlns:a="http://schemas.openxmlformats.org/drawingml/2006/main">
              <a:ext uri="{FF2B5EF4-FFF2-40B4-BE49-F238E27FC236}">
                <a16:creationId xmlns:a16="http://schemas.microsoft.com/office/drawing/2014/main" id="{1E1C1599-76F4-4D3E-856F-8B2C95568C46}"/>
              </a:ext>
            </a:extLst>
          </p:cNvPr>
          <p:cNvSpPr>
            <a:spLocks xmlns:a="http://schemas.openxmlformats.org/drawingml/2006/main" noGrp="1"/>
          </p:cNvSpPr>
          <p:nvPr/>
        </p:nvSpPr>
        <p:spPr>
          <a:xfrm xmlns:a="http://schemas.openxmlformats.org/drawingml/2006/main">
            <a:off x="1476375" y="24288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C2D44"/>
                </a:solidFill>
                <a:latin typeface="Arial"/>
                <a:ea typeface="Arial"/>
                <a:cs typeface="Arial"/>
              </a:defRPr>
            </a:defPPr>
            <a:lvl1pPr algn="l">
              <a:defRPr sz="1575" b="0">
                <a:solidFill>
                  <a:srgbClr val="1C2D44"/>
                </a:solidFill>
                <a:latin typeface="Arial"/>
                <a:ea typeface="Arial"/>
                <a:cs typeface="Arial"/>
              </a:defRPr>
            </a:lvl1pPr>
            <a:lvl2pPr algn="l">
              <a:defRPr sz="1575" b="0">
                <a:solidFill>
                  <a:srgbClr val="1C2D44"/>
                </a:solidFill>
                <a:latin typeface="Arial"/>
                <a:ea typeface="Arial"/>
                <a:cs typeface="Arial"/>
              </a:defRPr>
            </a:lvl2pPr>
            <a:lvl3pPr algn="l">
              <a:defRPr sz="1575" b="0">
                <a:solidFill>
                  <a:srgbClr val="1C2D44"/>
                </a:solidFill>
                <a:latin typeface="Arial"/>
                <a:ea typeface="Arial"/>
                <a:cs typeface="Arial"/>
              </a:defRPr>
            </a:lvl3pPr>
            <a:lvl4pPr algn="l">
              <a:defRPr sz="1575" b="0">
                <a:solidFill>
                  <a:srgbClr val="1C2D44"/>
                </a:solidFill>
                <a:latin typeface="Arial"/>
                <a:ea typeface="Arial"/>
                <a:cs typeface="Arial"/>
              </a:defRPr>
            </a:lvl4pPr>
            <a:lvl5pPr algn="l">
              <a:defRPr sz="1575" b="0">
                <a:solidFill>
                  <a:srgbClr val="1C2D44"/>
                </a:solidFill>
                <a:latin typeface="Arial"/>
                <a:ea typeface="Arial"/>
                <a:cs typeface="Arial"/>
              </a:defRPr>
            </a:lvl5pPr>
            <a:lvl6pPr algn="l">
              <a:defRPr sz="1575" b="0">
                <a:solidFill>
                  <a:srgbClr val="1C2D44"/>
                </a:solidFill>
                <a:latin typeface="Arial"/>
                <a:ea typeface="Arial"/>
                <a:cs typeface="Arial"/>
              </a:defRPr>
            </a:lvl6pPr>
            <a:lvl7pPr algn="l">
              <a:defRPr sz="1575" b="0">
                <a:solidFill>
                  <a:srgbClr val="1C2D44"/>
                </a:solidFill>
                <a:latin typeface="Arial"/>
                <a:ea typeface="Arial"/>
                <a:cs typeface="Arial"/>
              </a:defRPr>
            </a:lvl7pPr>
            <a:lvl8pPr algn="l">
              <a:defRPr sz="1575" b="0">
                <a:solidFill>
                  <a:srgbClr val="1C2D44"/>
                </a:solidFill>
                <a:latin typeface="Arial"/>
                <a:ea typeface="Arial"/>
                <a:cs typeface="Arial"/>
              </a:defRPr>
            </a:lvl8pPr>
            <a:lvl9pPr algn="l">
              <a:defRPr sz="1575" b="0">
                <a:solidFill>
                  <a:srgbClr val="1C2D44"/>
                </a:solidFill>
                <a:latin typeface="Arial"/>
                <a:ea typeface="Arial"/>
                <a:cs typeface="Arial"/>
              </a:defRPr>
            </a:lvl9pPr>
          </a:lstStyle>
          <a:p xmlns:a="http://schemas.openxmlformats.org/drawingml/2006/main">
            <a:pPr algn="l">
              <a:defRPr sz="1575" b="0">
                <a:solidFill>
                  <a:srgbClr val="1C2D44"/>
                </a:solidFill>
                <a:latin typeface="Arial"/>
                <a:ea typeface="Arial"/>
                <a:cs typeface="Arial"/>
              </a:defRPr>
            </a:pPr>
            <a:r>
              <a:rPr sz="1575" b="0">
                <a:solidFill>
                  <a:srgbClr val="1C2D44"/>
                </a:solidFill>
                <a:latin typeface="Arial"/>
                <a:ea typeface="Arial"/>
                <a:cs typeface="Arial"/>
              </a:rPr>
              <a:t>Submit question</a:t>
            </a:r>
          </a:p>
        </p:txBody>
      </p:sp>
      <p:cxnSp>
        <p:nvCxnSpPr>
          <p:cNvPr id="18" name="">
            <a:extLst xmlns:a="http://schemas.openxmlformats.org/drawingml/2006/main">
              <a:ext uri="{FF2B5EF4-FFF2-40B4-BE49-F238E27FC236}">
                <a16:creationId xmlns:a16="http://schemas.microsoft.com/office/drawing/2014/main" id="{86CA6C58-13F2-46A1-A697-C3FBA5F4B3A6}"/>
              </a:ext>
            </a:extLst>
          </p:cNvPr>
          <p:cNvCxnSpPr/>
          <p:nvPr/>
        </p:nvCxnSpPr>
        <p:spPr>
          <a:xfrm xmlns:a="http://schemas.openxmlformats.org/drawingml/2006/main" flipH="0">
            <a:off x="3952875" y="3524250"/>
            <a:ext cx="2667000" cy="0"/>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19" name="">
            <a:extLst xmlns:a="http://schemas.openxmlformats.org/drawingml/2006/main">
              <a:ext uri="{FF2B5EF4-FFF2-40B4-BE49-F238E27FC236}">
                <a16:creationId xmlns:a16="http://schemas.microsoft.com/office/drawing/2014/main" id="{198EC1A4-81F7-46CC-B3AD-0D3613E9F927}"/>
              </a:ext>
            </a:extLst>
          </p:cNvPr>
          <p:cNvSpPr>
            <a:spLocks xmlns:a="http://schemas.openxmlformats.org/drawingml/2006/main" noGrp="1"/>
          </p:cNvSpPr>
          <p:nvPr/>
        </p:nvSpPr>
        <p:spPr>
          <a:xfrm xmlns:a="http://schemas.openxmlformats.org/drawingml/2006/main">
            <a:off x="4048125" y="31908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C2D44"/>
                </a:solidFill>
                <a:latin typeface="Arial"/>
                <a:ea typeface="Arial"/>
                <a:cs typeface="Arial"/>
              </a:defRPr>
            </a:defPPr>
            <a:lvl1pPr algn="l">
              <a:defRPr sz="1575" b="0">
                <a:solidFill>
                  <a:srgbClr val="1C2D44"/>
                </a:solidFill>
                <a:latin typeface="Arial"/>
                <a:ea typeface="Arial"/>
                <a:cs typeface="Arial"/>
              </a:defRPr>
            </a:lvl1pPr>
            <a:lvl2pPr algn="l">
              <a:defRPr sz="1575" b="0">
                <a:solidFill>
                  <a:srgbClr val="1C2D44"/>
                </a:solidFill>
                <a:latin typeface="Arial"/>
                <a:ea typeface="Arial"/>
                <a:cs typeface="Arial"/>
              </a:defRPr>
            </a:lvl2pPr>
            <a:lvl3pPr algn="l">
              <a:defRPr sz="1575" b="0">
                <a:solidFill>
                  <a:srgbClr val="1C2D44"/>
                </a:solidFill>
                <a:latin typeface="Arial"/>
                <a:ea typeface="Arial"/>
                <a:cs typeface="Arial"/>
              </a:defRPr>
            </a:lvl3pPr>
            <a:lvl4pPr algn="l">
              <a:defRPr sz="1575" b="0">
                <a:solidFill>
                  <a:srgbClr val="1C2D44"/>
                </a:solidFill>
                <a:latin typeface="Arial"/>
                <a:ea typeface="Arial"/>
                <a:cs typeface="Arial"/>
              </a:defRPr>
            </a:lvl4pPr>
            <a:lvl5pPr algn="l">
              <a:defRPr sz="1575" b="0">
                <a:solidFill>
                  <a:srgbClr val="1C2D44"/>
                </a:solidFill>
                <a:latin typeface="Arial"/>
                <a:ea typeface="Arial"/>
                <a:cs typeface="Arial"/>
              </a:defRPr>
            </a:lvl5pPr>
            <a:lvl6pPr algn="l">
              <a:defRPr sz="1575" b="0">
                <a:solidFill>
                  <a:srgbClr val="1C2D44"/>
                </a:solidFill>
                <a:latin typeface="Arial"/>
                <a:ea typeface="Arial"/>
                <a:cs typeface="Arial"/>
              </a:defRPr>
            </a:lvl6pPr>
            <a:lvl7pPr algn="l">
              <a:defRPr sz="1575" b="0">
                <a:solidFill>
                  <a:srgbClr val="1C2D44"/>
                </a:solidFill>
                <a:latin typeface="Arial"/>
                <a:ea typeface="Arial"/>
                <a:cs typeface="Arial"/>
              </a:defRPr>
            </a:lvl7pPr>
            <a:lvl8pPr algn="l">
              <a:defRPr sz="1575" b="0">
                <a:solidFill>
                  <a:srgbClr val="1C2D44"/>
                </a:solidFill>
                <a:latin typeface="Arial"/>
                <a:ea typeface="Arial"/>
                <a:cs typeface="Arial"/>
              </a:defRPr>
            </a:lvl8pPr>
            <a:lvl9pPr algn="l">
              <a:defRPr sz="1575" b="0">
                <a:solidFill>
                  <a:srgbClr val="1C2D44"/>
                </a:solidFill>
                <a:latin typeface="Arial"/>
                <a:ea typeface="Arial"/>
                <a:cs typeface="Arial"/>
              </a:defRPr>
            </a:lvl9pPr>
          </a:lstStyle>
          <a:p xmlns:a="http://schemas.openxmlformats.org/drawingml/2006/main">
            <a:pPr algn="l">
              <a:defRPr sz="1575" b="0">
                <a:solidFill>
                  <a:srgbClr val="1C2D44"/>
                </a:solidFill>
                <a:latin typeface="Arial"/>
                <a:ea typeface="Arial"/>
                <a:cs typeface="Arial"/>
              </a:defRPr>
            </a:pPr>
            <a:r>
              <a:rPr sz="1575" b="0">
                <a:solidFill>
                  <a:srgbClr val="1C2D44"/>
                </a:solidFill>
                <a:latin typeface="Arial"/>
                <a:ea typeface="Arial"/>
                <a:cs typeface="Arial"/>
              </a:rPr>
              <a:t>Retrieve evidence</a:t>
            </a:r>
          </a:p>
        </p:txBody>
      </p:sp>
      <p:cxnSp>
        <p:nvCxnSpPr>
          <p:cNvPr id="20" name="">
            <a:extLst xmlns:a="http://schemas.openxmlformats.org/drawingml/2006/main">
              <a:ext uri="{FF2B5EF4-FFF2-40B4-BE49-F238E27FC236}">
                <a16:creationId xmlns:a16="http://schemas.microsoft.com/office/drawing/2014/main" id="{D5FD1A20-8BAB-483F-9C83-18773782F80E}"/>
              </a:ext>
            </a:extLst>
          </p:cNvPr>
          <p:cNvCxnSpPr/>
          <p:nvPr/>
        </p:nvCxnSpPr>
        <p:spPr>
          <a:xfrm xmlns:a="http://schemas.openxmlformats.org/drawingml/2006/main" flipH="1">
            <a:off x="3952875" y="4143375"/>
            <a:ext cx="2667000" cy="0"/>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21" name="">
            <a:extLst xmlns:a="http://schemas.openxmlformats.org/drawingml/2006/main">
              <a:ext uri="{FF2B5EF4-FFF2-40B4-BE49-F238E27FC236}">
                <a16:creationId xmlns:a16="http://schemas.microsoft.com/office/drawing/2014/main" id="{F4DB09D6-FCDD-4FD7-8A24-E66231A8DF45}"/>
              </a:ext>
            </a:extLst>
          </p:cNvPr>
          <p:cNvSpPr>
            <a:spLocks xmlns:a="http://schemas.openxmlformats.org/drawingml/2006/main" noGrp="1"/>
          </p:cNvSpPr>
          <p:nvPr/>
        </p:nvSpPr>
        <p:spPr>
          <a:xfrm xmlns:a="http://schemas.openxmlformats.org/drawingml/2006/main">
            <a:off x="4048125" y="38100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C2D44"/>
                </a:solidFill>
                <a:latin typeface="Arial"/>
                <a:ea typeface="Arial"/>
                <a:cs typeface="Arial"/>
              </a:defRPr>
            </a:defPPr>
            <a:lvl1pPr algn="l">
              <a:defRPr sz="1575" b="0">
                <a:solidFill>
                  <a:srgbClr val="1C2D44"/>
                </a:solidFill>
                <a:latin typeface="Arial"/>
                <a:ea typeface="Arial"/>
                <a:cs typeface="Arial"/>
              </a:defRPr>
            </a:lvl1pPr>
            <a:lvl2pPr algn="l">
              <a:defRPr sz="1575" b="0">
                <a:solidFill>
                  <a:srgbClr val="1C2D44"/>
                </a:solidFill>
                <a:latin typeface="Arial"/>
                <a:ea typeface="Arial"/>
                <a:cs typeface="Arial"/>
              </a:defRPr>
            </a:lvl2pPr>
            <a:lvl3pPr algn="l">
              <a:defRPr sz="1575" b="0">
                <a:solidFill>
                  <a:srgbClr val="1C2D44"/>
                </a:solidFill>
                <a:latin typeface="Arial"/>
                <a:ea typeface="Arial"/>
                <a:cs typeface="Arial"/>
              </a:defRPr>
            </a:lvl3pPr>
            <a:lvl4pPr algn="l">
              <a:defRPr sz="1575" b="0">
                <a:solidFill>
                  <a:srgbClr val="1C2D44"/>
                </a:solidFill>
                <a:latin typeface="Arial"/>
                <a:ea typeface="Arial"/>
                <a:cs typeface="Arial"/>
              </a:defRPr>
            </a:lvl4pPr>
            <a:lvl5pPr algn="l">
              <a:defRPr sz="1575" b="0">
                <a:solidFill>
                  <a:srgbClr val="1C2D44"/>
                </a:solidFill>
                <a:latin typeface="Arial"/>
                <a:ea typeface="Arial"/>
                <a:cs typeface="Arial"/>
              </a:defRPr>
            </a:lvl5pPr>
            <a:lvl6pPr algn="l">
              <a:defRPr sz="1575" b="0">
                <a:solidFill>
                  <a:srgbClr val="1C2D44"/>
                </a:solidFill>
                <a:latin typeface="Arial"/>
                <a:ea typeface="Arial"/>
                <a:cs typeface="Arial"/>
              </a:defRPr>
            </a:lvl6pPr>
            <a:lvl7pPr algn="l">
              <a:defRPr sz="1575" b="0">
                <a:solidFill>
                  <a:srgbClr val="1C2D44"/>
                </a:solidFill>
                <a:latin typeface="Arial"/>
                <a:ea typeface="Arial"/>
                <a:cs typeface="Arial"/>
              </a:defRPr>
            </a:lvl7pPr>
            <a:lvl8pPr algn="l">
              <a:defRPr sz="1575" b="0">
                <a:solidFill>
                  <a:srgbClr val="1C2D44"/>
                </a:solidFill>
                <a:latin typeface="Arial"/>
                <a:ea typeface="Arial"/>
                <a:cs typeface="Arial"/>
              </a:defRPr>
            </a:lvl8pPr>
            <a:lvl9pPr algn="l">
              <a:defRPr sz="1575" b="0">
                <a:solidFill>
                  <a:srgbClr val="1C2D44"/>
                </a:solidFill>
                <a:latin typeface="Arial"/>
                <a:ea typeface="Arial"/>
                <a:cs typeface="Arial"/>
              </a:defRPr>
            </a:lvl9pPr>
          </a:lstStyle>
          <a:p xmlns:a="http://schemas.openxmlformats.org/drawingml/2006/main">
            <a:pPr algn="l">
              <a:defRPr sz="1575" b="0">
                <a:solidFill>
                  <a:srgbClr val="1C2D44"/>
                </a:solidFill>
                <a:latin typeface="Arial"/>
                <a:ea typeface="Arial"/>
                <a:cs typeface="Arial"/>
              </a:defRPr>
            </a:pPr>
            <a:r>
              <a:rPr sz="1575" b="0">
                <a:solidFill>
                  <a:srgbClr val="1C2D44"/>
                </a:solidFill>
                <a:latin typeface="Arial"/>
                <a:ea typeface="Arial"/>
                <a:cs typeface="Arial"/>
              </a:rPr>
              <a:t>Source chunks</a:t>
            </a:r>
          </a:p>
        </p:txBody>
      </p:sp>
      <p:cxnSp>
        <p:nvCxnSpPr>
          <p:cNvPr id="22" name="">
            <a:extLst xmlns:a="http://schemas.openxmlformats.org/drawingml/2006/main">
              <a:ext uri="{FF2B5EF4-FFF2-40B4-BE49-F238E27FC236}">
                <a16:creationId xmlns:a16="http://schemas.microsoft.com/office/drawing/2014/main" id="{7C934893-D275-4290-840A-6CBC1AEC2182}"/>
              </a:ext>
            </a:extLst>
          </p:cNvPr>
          <p:cNvCxnSpPr/>
          <p:nvPr/>
        </p:nvCxnSpPr>
        <p:spPr>
          <a:xfrm xmlns:a="http://schemas.openxmlformats.org/drawingml/2006/main" flipH="0">
            <a:off x="3952875" y="4905375"/>
            <a:ext cx="5334000" cy="0"/>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23" name="">
            <a:extLst xmlns:a="http://schemas.openxmlformats.org/drawingml/2006/main">
              <a:ext uri="{FF2B5EF4-FFF2-40B4-BE49-F238E27FC236}">
                <a16:creationId xmlns:a16="http://schemas.microsoft.com/office/drawing/2014/main" id="{91CFF5B6-D7A8-4E2C-BD82-4AC026A49E15}"/>
              </a:ext>
            </a:extLst>
          </p:cNvPr>
          <p:cNvSpPr>
            <a:spLocks xmlns:a="http://schemas.openxmlformats.org/drawingml/2006/main" noGrp="1"/>
          </p:cNvSpPr>
          <p:nvPr/>
        </p:nvSpPr>
        <p:spPr>
          <a:xfrm xmlns:a="http://schemas.openxmlformats.org/drawingml/2006/main">
            <a:off x="4048125" y="4572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C2D44"/>
                </a:solidFill>
                <a:latin typeface="Arial"/>
                <a:ea typeface="Arial"/>
                <a:cs typeface="Arial"/>
              </a:defRPr>
            </a:defPPr>
            <a:lvl1pPr algn="l">
              <a:defRPr sz="1575" b="0">
                <a:solidFill>
                  <a:srgbClr val="1C2D44"/>
                </a:solidFill>
                <a:latin typeface="Arial"/>
                <a:ea typeface="Arial"/>
                <a:cs typeface="Arial"/>
              </a:defRPr>
            </a:lvl1pPr>
            <a:lvl2pPr algn="l">
              <a:defRPr sz="1575" b="0">
                <a:solidFill>
                  <a:srgbClr val="1C2D44"/>
                </a:solidFill>
                <a:latin typeface="Arial"/>
                <a:ea typeface="Arial"/>
                <a:cs typeface="Arial"/>
              </a:defRPr>
            </a:lvl2pPr>
            <a:lvl3pPr algn="l">
              <a:defRPr sz="1575" b="0">
                <a:solidFill>
                  <a:srgbClr val="1C2D44"/>
                </a:solidFill>
                <a:latin typeface="Arial"/>
                <a:ea typeface="Arial"/>
                <a:cs typeface="Arial"/>
              </a:defRPr>
            </a:lvl3pPr>
            <a:lvl4pPr algn="l">
              <a:defRPr sz="1575" b="0">
                <a:solidFill>
                  <a:srgbClr val="1C2D44"/>
                </a:solidFill>
                <a:latin typeface="Arial"/>
                <a:ea typeface="Arial"/>
                <a:cs typeface="Arial"/>
              </a:defRPr>
            </a:lvl4pPr>
            <a:lvl5pPr algn="l">
              <a:defRPr sz="1575" b="0">
                <a:solidFill>
                  <a:srgbClr val="1C2D44"/>
                </a:solidFill>
                <a:latin typeface="Arial"/>
                <a:ea typeface="Arial"/>
                <a:cs typeface="Arial"/>
              </a:defRPr>
            </a:lvl5pPr>
            <a:lvl6pPr algn="l">
              <a:defRPr sz="1575" b="0">
                <a:solidFill>
                  <a:srgbClr val="1C2D44"/>
                </a:solidFill>
                <a:latin typeface="Arial"/>
                <a:ea typeface="Arial"/>
                <a:cs typeface="Arial"/>
              </a:defRPr>
            </a:lvl6pPr>
            <a:lvl7pPr algn="l">
              <a:defRPr sz="1575" b="0">
                <a:solidFill>
                  <a:srgbClr val="1C2D44"/>
                </a:solidFill>
                <a:latin typeface="Arial"/>
                <a:ea typeface="Arial"/>
                <a:cs typeface="Arial"/>
              </a:defRPr>
            </a:lvl7pPr>
            <a:lvl8pPr algn="l">
              <a:defRPr sz="1575" b="0">
                <a:solidFill>
                  <a:srgbClr val="1C2D44"/>
                </a:solidFill>
                <a:latin typeface="Arial"/>
                <a:ea typeface="Arial"/>
                <a:cs typeface="Arial"/>
              </a:defRPr>
            </a:lvl8pPr>
            <a:lvl9pPr algn="l">
              <a:defRPr sz="1575" b="0">
                <a:solidFill>
                  <a:srgbClr val="1C2D44"/>
                </a:solidFill>
                <a:latin typeface="Arial"/>
                <a:ea typeface="Arial"/>
                <a:cs typeface="Arial"/>
              </a:defRPr>
            </a:lvl9pPr>
          </a:lstStyle>
          <a:p xmlns:a="http://schemas.openxmlformats.org/drawingml/2006/main">
            <a:pPr algn="l">
              <a:defRPr sz="1575" b="0">
                <a:solidFill>
                  <a:srgbClr val="1C2D44"/>
                </a:solidFill>
                <a:latin typeface="Arial"/>
                <a:ea typeface="Arial"/>
                <a:cs typeface="Arial"/>
              </a:defRPr>
            </a:pPr>
            <a:r>
              <a:rPr sz="1575" b="0">
                <a:solidFill>
                  <a:srgbClr val="1C2D44"/>
                </a:solidFill>
                <a:latin typeface="Arial"/>
                <a:ea typeface="Arial"/>
                <a:cs typeface="Arial"/>
              </a:rPr>
              <a:t>Question and context</a:t>
            </a:r>
          </a:p>
        </p:txBody>
      </p:sp>
      <p:cxnSp>
        <p:nvCxnSpPr>
          <p:cNvPr id="24" name="">
            <a:extLst xmlns:a="http://schemas.openxmlformats.org/drawingml/2006/main">
              <a:ext uri="{FF2B5EF4-FFF2-40B4-BE49-F238E27FC236}">
                <a16:creationId xmlns:a16="http://schemas.microsoft.com/office/drawing/2014/main" id="{3583F469-FDF0-470B-A171-3FF1283E8360}"/>
              </a:ext>
            </a:extLst>
          </p:cNvPr>
          <p:cNvCxnSpPr/>
          <p:nvPr/>
        </p:nvCxnSpPr>
        <p:spPr>
          <a:xfrm xmlns:a="http://schemas.openxmlformats.org/drawingml/2006/main" flipH="1">
            <a:off x="3952875" y="5524500"/>
            <a:ext cx="5334000" cy="0"/>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25" name="">
            <a:extLst xmlns:a="http://schemas.openxmlformats.org/drawingml/2006/main">
              <a:ext uri="{FF2B5EF4-FFF2-40B4-BE49-F238E27FC236}">
                <a16:creationId xmlns:a16="http://schemas.microsoft.com/office/drawing/2014/main" id="{91561EF3-2C57-4F8A-A406-6CD1BDA4251A}"/>
              </a:ext>
            </a:extLst>
          </p:cNvPr>
          <p:cNvSpPr>
            <a:spLocks xmlns:a="http://schemas.openxmlformats.org/drawingml/2006/main" noGrp="1"/>
          </p:cNvSpPr>
          <p:nvPr/>
        </p:nvSpPr>
        <p:spPr>
          <a:xfrm xmlns:a="http://schemas.openxmlformats.org/drawingml/2006/main">
            <a:off x="4048125" y="51911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C2D44"/>
                </a:solidFill>
                <a:latin typeface="Arial"/>
                <a:ea typeface="Arial"/>
                <a:cs typeface="Arial"/>
              </a:defRPr>
            </a:defPPr>
            <a:lvl1pPr algn="l">
              <a:defRPr sz="1575" b="0">
                <a:solidFill>
                  <a:srgbClr val="1C2D44"/>
                </a:solidFill>
                <a:latin typeface="Arial"/>
                <a:ea typeface="Arial"/>
                <a:cs typeface="Arial"/>
              </a:defRPr>
            </a:lvl1pPr>
            <a:lvl2pPr algn="l">
              <a:defRPr sz="1575" b="0">
                <a:solidFill>
                  <a:srgbClr val="1C2D44"/>
                </a:solidFill>
                <a:latin typeface="Arial"/>
                <a:ea typeface="Arial"/>
                <a:cs typeface="Arial"/>
              </a:defRPr>
            </a:lvl2pPr>
            <a:lvl3pPr algn="l">
              <a:defRPr sz="1575" b="0">
                <a:solidFill>
                  <a:srgbClr val="1C2D44"/>
                </a:solidFill>
                <a:latin typeface="Arial"/>
                <a:ea typeface="Arial"/>
                <a:cs typeface="Arial"/>
              </a:defRPr>
            </a:lvl3pPr>
            <a:lvl4pPr algn="l">
              <a:defRPr sz="1575" b="0">
                <a:solidFill>
                  <a:srgbClr val="1C2D44"/>
                </a:solidFill>
                <a:latin typeface="Arial"/>
                <a:ea typeface="Arial"/>
                <a:cs typeface="Arial"/>
              </a:defRPr>
            </a:lvl4pPr>
            <a:lvl5pPr algn="l">
              <a:defRPr sz="1575" b="0">
                <a:solidFill>
                  <a:srgbClr val="1C2D44"/>
                </a:solidFill>
                <a:latin typeface="Arial"/>
                <a:ea typeface="Arial"/>
                <a:cs typeface="Arial"/>
              </a:defRPr>
            </a:lvl5pPr>
            <a:lvl6pPr algn="l">
              <a:defRPr sz="1575" b="0">
                <a:solidFill>
                  <a:srgbClr val="1C2D44"/>
                </a:solidFill>
                <a:latin typeface="Arial"/>
                <a:ea typeface="Arial"/>
                <a:cs typeface="Arial"/>
              </a:defRPr>
            </a:lvl6pPr>
            <a:lvl7pPr algn="l">
              <a:defRPr sz="1575" b="0">
                <a:solidFill>
                  <a:srgbClr val="1C2D44"/>
                </a:solidFill>
                <a:latin typeface="Arial"/>
                <a:ea typeface="Arial"/>
                <a:cs typeface="Arial"/>
              </a:defRPr>
            </a:lvl7pPr>
            <a:lvl8pPr algn="l">
              <a:defRPr sz="1575" b="0">
                <a:solidFill>
                  <a:srgbClr val="1C2D44"/>
                </a:solidFill>
                <a:latin typeface="Arial"/>
                <a:ea typeface="Arial"/>
                <a:cs typeface="Arial"/>
              </a:defRPr>
            </a:lvl8pPr>
            <a:lvl9pPr algn="l">
              <a:defRPr sz="1575" b="0">
                <a:solidFill>
                  <a:srgbClr val="1C2D44"/>
                </a:solidFill>
                <a:latin typeface="Arial"/>
                <a:ea typeface="Arial"/>
                <a:cs typeface="Arial"/>
              </a:defRPr>
            </a:lvl9pPr>
          </a:lstStyle>
          <a:p xmlns:a="http://schemas.openxmlformats.org/drawingml/2006/main">
            <a:pPr algn="l">
              <a:defRPr sz="1575" b="0">
                <a:solidFill>
                  <a:srgbClr val="1C2D44"/>
                </a:solidFill>
                <a:latin typeface="Arial"/>
                <a:ea typeface="Arial"/>
                <a:cs typeface="Arial"/>
              </a:defRPr>
            </a:pPr>
            <a:r>
              <a:rPr sz="1575" b="0">
                <a:solidFill>
                  <a:srgbClr val="1C2D44"/>
                </a:solidFill>
                <a:latin typeface="Arial"/>
                <a:ea typeface="Arial"/>
                <a:cs typeface="Arial"/>
              </a:rPr>
              <a:t>Facts and labels</a:t>
            </a:r>
          </a:p>
        </p:txBody>
      </p:sp>
      <p:cxnSp>
        <p:nvCxnSpPr>
          <p:cNvPr id="26" name="">
            <a:extLst xmlns:a="http://schemas.openxmlformats.org/drawingml/2006/main">
              <a:ext uri="{FF2B5EF4-FFF2-40B4-BE49-F238E27FC236}">
                <a16:creationId xmlns:a16="http://schemas.microsoft.com/office/drawing/2014/main" id="{EA477392-916B-4A8F-BDDB-8EBA78CB1800}"/>
              </a:ext>
            </a:extLst>
          </p:cNvPr>
          <p:cNvCxnSpPr/>
          <p:nvPr/>
        </p:nvCxnSpPr>
        <p:spPr>
          <a:xfrm xmlns:a="http://schemas.openxmlformats.org/drawingml/2006/main" flipH="0">
            <a:off x="3952875" y="6143625"/>
            <a:ext cx="8096250" cy="0"/>
          </a:xfrm>
          <a:prstGeom xmlns:a="http://schemas.openxmlformats.org/drawingml/2006/main" prst="straightConnector1">
            <a:avLst/>
          </a:prstGeom>
          <a:ln xmlns:a="http://schemas.openxmlformats.org/drawingml/2006/main" w="19050">
            <a:solidFill>
              <a:srgbClr val="52657A"/>
            </a:solidFill>
            <a:tailEnd type="triangle" w="med" len="med"/>
          </a:ln>
        </p:spPr>
      </p:cxnSp>
      <p:sp>
        <p:nvSpPr>
          <p:cNvPr id="27" name="">
            <a:extLst xmlns:a="http://schemas.openxmlformats.org/drawingml/2006/main">
              <a:ext uri="{FF2B5EF4-FFF2-40B4-BE49-F238E27FC236}">
                <a16:creationId xmlns:a16="http://schemas.microsoft.com/office/drawing/2014/main" id="{1B87B46D-C5FE-418B-A60D-D3AB078B6C41}"/>
              </a:ext>
            </a:extLst>
          </p:cNvPr>
          <p:cNvSpPr>
            <a:spLocks xmlns:a="http://schemas.openxmlformats.org/drawingml/2006/main" noGrp="1"/>
          </p:cNvSpPr>
          <p:nvPr/>
        </p:nvSpPr>
        <p:spPr>
          <a:xfrm xmlns:a="http://schemas.openxmlformats.org/drawingml/2006/main">
            <a:off x="4048125" y="5810250"/>
            <a:ext cx="790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C2D44"/>
                </a:solidFill>
                <a:latin typeface="Arial"/>
                <a:ea typeface="Arial"/>
                <a:cs typeface="Arial"/>
              </a:defRPr>
            </a:defPPr>
            <a:lvl1pPr algn="l">
              <a:defRPr sz="1575" b="0">
                <a:solidFill>
                  <a:srgbClr val="1C2D44"/>
                </a:solidFill>
                <a:latin typeface="Arial"/>
                <a:ea typeface="Arial"/>
                <a:cs typeface="Arial"/>
              </a:defRPr>
            </a:lvl1pPr>
            <a:lvl2pPr algn="l">
              <a:defRPr sz="1575" b="0">
                <a:solidFill>
                  <a:srgbClr val="1C2D44"/>
                </a:solidFill>
                <a:latin typeface="Arial"/>
                <a:ea typeface="Arial"/>
                <a:cs typeface="Arial"/>
              </a:defRPr>
            </a:lvl2pPr>
            <a:lvl3pPr algn="l">
              <a:defRPr sz="1575" b="0">
                <a:solidFill>
                  <a:srgbClr val="1C2D44"/>
                </a:solidFill>
                <a:latin typeface="Arial"/>
                <a:ea typeface="Arial"/>
                <a:cs typeface="Arial"/>
              </a:defRPr>
            </a:lvl3pPr>
            <a:lvl4pPr algn="l">
              <a:defRPr sz="1575" b="0">
                <a:solidFill>
                  <a:srgbClr val="1C2D44"/>
                </a:solidFill>
                <a:latin typeface="Arial"/>
                <a:ea typeface="Arial"/>
                <a:cs typeface="Arial"/>
              </a:defRPr>
            </a:lvl4pPr>
            <a:lvl5pPr algn="l">
              <a:defRPr sz="1575" b="0">
                <a:solidFill>
                  <a:srgbClr val="1C2D44"/>
                </a:solidFill>
                <a:latin typeface="Arial"/>
                <a:ea typeface="Arial"/>
                <a:cs typeface="Arial"/>
              </a:defRPr>
            </a:lvl5pPr>
            <a:lvl6pPr algn="l">
              <a:defRPr sz="1575" b="0">
                <a:solidFill>
                  <a:srgbClr val="1C2D44"/>
                </a:solidFill>
                <a:latin typeface="Arial"/>
                <a:ea typeface="Arial"/>
                <a:cs typeface="Arial"/>
              </a:defRPr>
            </a:lvl6pPr>
            <a:lvl7pPr algn="l">
              <a:defRPr sz="1575" b="0">
                <a:solidFill>
                  <a:srgbClr val="1C2D44"/>
                </a:solidFill>
                <a:latin typeface="Arial"/>
                <a:ea typeface="Arial"/>
                <a:cs typeface="Arial"/>
              </a:defRPr>
            </a:lvl7pPr>
            <a:lvl8pPr algn="l">
              <a:defRPr sz="1575" b="0">
                <a:solidFill>
                  <a:srgbClr val="1C2D44"/>
                </a:solidFill>
                <a:latin typeface="Arial"/>
                <a:ea typeface="Arial"/>
                <a:cs typeface="Arial"/>
              </a:defRPr>
            </a:lvl8pPr>
            <a:lvl9pPr algn="l">
              <a:defRPr sz="1575" b="0">
                <a:solidFill>
                  <a:srgbClr val="1C2D44"/>
                </a:solidFill>
                <a:latin typeface="Arial"/>
                <a:ea typeface="Arial"/>
                <a:cs typeface="Arial"/>
              </a:defRPr>
            </a:lvl9pPr>
          </a:lstStyle>
          <a:p xmlns:a="http://schemas.openxmlformats.org/drawingml/2006/main">
            <a:pPr algn="l">
              <a:defRPr sz="1575" b="0">
                <a:solidFill>
                  <a:srgbClr val="1C2D44"/>
                </a:solidFill>
                <a:latin typeface="Arial"/>
                <a:ea typeface="Arial"/>
                <a:cs typeface="Arial"/>
              </a:defRPr>
            </a:pPr>
            <a:r>
              <a:rPr sz="1575" b="0">
                <a:solidFill>
                  <a:srgbClr val="1C2D44"/>
                </a:solidFill>
                <a:latin typeface="Arial"/>
                <a:ea typeface="Arial"/>
                <a:cs typeface="Arial"/>
              </a:rPr>
              <a:t>Validate and save note</a:t>
            </a:r>
          </a:p>
        </p:txBody>
      </p:sp>
      <p:sp>
        <p:nvSpPr>
          <p:cNvPr id="28" name="">
            <a:extLst xmlns:a="http://schemas.openxmlformats.org/drawingml/2006/main">
              <a:ext uri="{FF2B5EF4-FFF2-40B4-BE49-F238E27FC236}">
                <a16:creationId xmlns:a16="http://schemas.microsoft.com/office/drawing/2014/main" id="{EC715B3B-206E-457E-92EE-715FD3C95B7A}"/>
              </a:ext>
            </a:extLst>
          </p:cNvPr>
          <p:cNvSpPr>
            <a:spLocks xmlns:a="http://schemas.openxmlformats.org/drawingml/2006/main" noGrp="1"/>
          </p:cNvSpPr>
          <p:nvPr/>
        </p:nvSpPr>
        <p:spPr>
          <a:xfrm xmlns:a="http://schemas.openxmlformats.org/drawingml/2006/main">
            <a:off x="1143000" y="6715125"/>
            <a:ext cx="1152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9C9E"/>
                </a:solidFill>
                <a:latin typeface="Arial"/>
                <a:ea typeface="Arial"/>
                <a:cs typeface="Arial"/>
              </a:defRPr>
            </a:defPPr>
            <a:lvl1pPr algn="l">
              <a:defRPr sz="1725" b="1">
                <a:solidFill>
                  <a:srgbClr val="009C9E"/>
                </a:solidFill>
                <a:latin typeface="Arial"/>
                <a:ea typeface="Arial"/>
                <a:cs typeface="Arial"/>
              </a:defRPr>
            </a:lvl1pPr>
            <a:lvl2pPr algn="l">
              <a:defRPr sz="1725" b="1">
                <a:solidFill>
                  <a:srgbClr val="009C9E"/>
                </a:solidFill>
                <a:latin typeface="Arial"/>
                <a:ea typeface="Arial"/>
                <a:cs typeface="Arial"/>
              </a:defRPr>
            </a:lvl2pPr>
            <a:lvl3pPr algn="l">
              <a:defRPr sz="1725" b="1">
                <a:solidFill>
                  <a:srgbClr val="009C9E"/>
                </a:solidFill>
                <a:latin typeface="Arial"/>
                <a:ea typeface="Arial"/>
                <a:cs typeface="Arial"/>
              </a:defRPr>
            </a:lvl3pPr>
            <a:lvl4pPr algn="l">
              <a:defRPr sz="1725" b="1">
                <a:solidFill>
                  <a:srgbClr val="009C9E"/>
                </a:solidFill>
                <a:latin typeface="Arial"/>
                <a:ea typeface="Arial"/>
                <a:cs typeface="Arial"/>
              </a:defRPr>
            </a:lvl4pPr>
            <a:lvl5pPr algn="l">
              <a:defRPr sz="1725" b="1">
                <a:solidFill>
                  <a:srgbClr val="009C9E"/>
                </a:solidFill>
                <a:latin typeface="Arial"/>
                <a:ea typeface="Arial"/>
                <a:cs typeface="Arial"/>
              </a:defRPr>
            </a:lvl5pPr>
            <a:lvl6pPr algn="l">
              <a:defRPr sz="1725" b="1">
                <a:solidFill>
                  <a:srgbClr val="009C9E"/>
                </a:solidFill>
                <a:latin typeface="Arial"/>
                <a:ea typeface="Arial"/>
                <a:cs typeface="Arial"/>
              </a:defRPr>
            </a:lvl6pPr>
            <a:lvl7pPr algn="l">
              <a:defRPr sz="1725" b="1">
                <a:solidFill>
                  <a:srgbClr val="009C9E"/>
                </a:solidFill>
                <a:latin typeface="Arial"/>
                <a:ea typeface="Arial"/>
                <a:cs typeface="Arial"/>
              </a:defRPr>
            </a:lvl7pPr>
            <a:lvl8pPr algn="l">
              <a:defRPr sz="1725" b="1">
                <a:solidFill>
                  <a:srgbClr val="009C9E"/>
                </a:solidFill>
                <a:latin typeface="Arial"/>
                <a:ea typeface="Arial"/>
                <a:cs typeface="Arial"/>
              </a:defRPr>
            </a:lvl8pPr>
            <a:lvl9pPr algn="l">
              <a:defRPr sz="1725" b="1">
                <a:solidFill>
                  <a:srgbClr val="009C9E"/>
                </a:solidFill>
                <a:latin typeface="Arial"/>
                <a:ea typeface="Arial"/>
                <a:cs typeface="Arial"/>
              </a:defRPr>
            </a:lvl9pPr>
          </a:lstStyle>
          <a:p xmlns:a="http://schemas.openxmlformats.org/drawingml/2006/main">
            <a:pPr algn="l">
              <a:defRPr sz="1725" b="1">
                <a:solidFill>
                  <a:srgbClr val="009C9E"/>
                </a:solidFill>
                <a:latin typeface="Arial"/>
                <a:ea typeface="Arial"/>
                <a:cs typeface="Arial"/>
              </a:defRPr>
            </a:pPr>
            <a:r>
              <a:rPr sz="1725" b="1">
                <a:solidFill>
                  <a:srgbClr val="009C9E"/>
                </a:solidFill>
                <a:latin typeface="Arial"/>
                <a:ea typeface="Arial"/>
                <a:cs typeface="Arial"/>
              </a:rPr>
              <a:t>7  Return answer with source links to the interface</a:t>
            </a:r>
          </a:p>
        </p:txBody>
      </p:sp>
    </p:spTree>
    <p:extLst>
      <p:ext uri="{BB962C8B-B14F-4D97-AF65-F5344CB8AC3E}">
        <p14:creationId xmlns:p14="http://schemas.microsoft.com/office/powerpoint/2010/main" val="1291866886"/>
      </p:ext>
    </p:extLst>
  </p:cSld>
</p:sld>
</file>

<file path=ppt/slides/slide1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909EBE59-BFA4-4CC0-B34C-74FCFC55B6D5}"/>
              </a:ext>
            </a:extLst>
          </p:cNvPr>
          <p:cNvCxnSpPr>
            <a:stCxn xmlns:a="http://schemas.openxmlformats.org/drawingml/2006/main" id="6" idx="3"/>
            <a:endCxn xmlns:a="http://schemas.openxmlformats.org/drawingml/2006/main" id="7" idx="1"/>
          </p:cNvCxnSpPr>
          <p:nvPr/>
        </p:nvCxnSpPr>
        <p:spPr>
          <a:xfrm xmlns:a="http://schemas.openxmlformats.org/drawingml/2006/main">
            <a:off x="5715000" y="3667125"/>
            <a:ext cx="22860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9E4D4D21-6FBC-4775-8D7F-96F695F02642}"/>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Data and storage design</a:t>
            </a:r>
          </a:p>
        </p:txBody>
      </p:sp>
      <p:sp>
        <p:nvSpPr>
          <p:cNvPr id="2" name="">
            <a:extLst xmlns:a="http://schemas.openxmlformats.org/drawingml/2006/main">
              <a:ext uri="{FF2B5EF4-FFF2-40B4-BE49-F238E27FC236}">
                <a16:creationId xmlns:a16="http://schemas.microsoft.com/office/drawing/2014/main" id="{EA699321-A3C2-4853-A81A-AFF875CC20E7}"/>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D0186104-7D3C-4758-933F-4922B97F55BC}"/>
              </a:ext>
            </a:extLst>
          </p:cNvPr>
          <p:cNvPicPr>
            <a:picLocks xmlns:a="http://schemas.openxmlformats.org/drawingml/2006/main" noChangeAspect="1"/>
          </p:cNvPicPr>
          <p:nvPr/>
        </p:nvPicPr>
        <p:blipFill>
          <a:blip xmlns:r="http://schemas.openxmlformats.org/officeDocument/2006/relationships" xmlns:a="http://schemas.openxmlformats.org/drawingml/2006/main" r:embed="R289cb26321c04291"/>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A128A37-7E59-432C-B974-78A383F2B2E3}"/>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60D23A65-B013-4C4C-B905-558FFCB1C85E}"/>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17</a:t>
            </a:r>
          </a:p>
        </p:txBody>
      </p:sp>
      <p:sp>
        <p:nvSpPr>
          <p:cNvPr id="6" name="projects  id TEXT PRIMARY KEY name, source_kind created_at, updated_at status, stage, error summary JSON text retrieval_mode">
            <a:extLst xmlns:a="http://schemas.openxmlformats.org/drawingml/2006/main">
              <a:ext uri="{FF2B5EF4-FFF2-40B4-BE49-F238E27FC236}">
                <a16:creationId xmlns:a16="http://schemas.microsoft.com/office/drawing/2014/main" id="{E8CBF3CF-B98F-4012-B981-11BD7BAA3FDB}"/>
              </a:ext>
            </a:extLst>
          </p:cNvPr>
          <p:cNvSpPr>
            <a:spLocks xmlns:a="http://schemas.openxmlformats.org/drawingml/2006/main" noGrp="1"/>
          </p:cNvSpPr>
          <p:nvPr/>
        </p:nvSpPr>
        <p:spPr>
          <a:xfrm xmlns:a="http://schemas.openxmlformats.org/drawingml/2006/main">
            <a:off x="952500" y="1619250"/>
            <a:ext cx="4762500" cy="4095750"/>
          </a:xfrm>
          <a:prstGeom xmlns:a="http://schemas.openxmlformats.org/drawingml/2006/main" prst="rect">
            <a:avLst/>
          </a:prstGeom>
          <a:solidFill xmlns:a="http://schemas.openxmlformats.org/drawingml/2006/main">
            <a:srgbClr val="FFFFFF"/>
          </a:solidFill>
          <a:ln xmlns:a="http://schemas.openxmlformats.org/drawingml/2006/main" w="19050">
            <a:solidFill>
              <a:srgbClr val="14233B"/>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C2D44"/>
                </a:solidFill>
                <a:latin typeface="Arial"/>
                <a:ea typeface="Arial"/>
                <a:cs typeface="Arial"/>
              </a:defRPr>
            </a:defPPr>
            <a:lvl1pPr algn="ctr">
              <a:defRPr sz="1950" b="0">
                <a:solidFill>
                  <a:srgbClr val="1C2D44"/>
                </a:solidFill>
                <a:latin typeface="Arial"/>
                <a:ea typeface="Arial"/>
                <a:cs typeface="Arial"/>
              </a:defRPr>
            </a:lvl1pPr>
            <a:lvl2pPr algn="ctr">
              <a:defRPr sz="1950" b="0">
                <a:solidFill>
                  <a:srgbClr val="1C2D44"/>
                </a:solidFill>
                <a:latin typeface="Arial"/>
                <a:ea typeface="Arial"/>
                <a:cs typeface="Arial"/>
              </a:defRPr>
            </a:lvl2pPr>
            <a:lvl3pPr algn="ctr">
              <a:defRPr sz="1950" b="0">
                <a:solidFill>
                  <a:srgbClr val="1C2D44"/>
                </a:solidFill>
                <a:latin typeface="Arial"/>
                <a:ea typeface="Arial"/>
                <a:cs typeface="Arial"/>
              </a:defRPr>
            </a:lvl3pPr>
            <a:lvl4pPr algn="ctr">
              <a:defRPr sz="1950" b="0">
                <a:solidFill>
                  <a:srgbClr val="1C2D44"/>
                </a:solidFill>
                <a:latin typeface="Arial"/>
                <a:ea typeface="Arial"/>
                <a:cs typeface="Arial"/>
              </a:defRPr>
            </a:lvl4pPr>
            <a:lvl5pPr algn="ctr">
              <a:defRPr sz="1950" b="0">
                <a:solidFill>
                  <a:srgbClr val="1C2D44"/>
                </a:solidFill>
                <a:latin typeface="Arial"/>
                <a:ea typeface="Arial"/>
                <a:cs typeface="Arial"/>
              </a:defRPr>
            </a:lvl5pPr>
            <a:lvl6pPr algn="ctr">
              <a:defRPr sz="1950" b="0">
                <a:solidFill>
                  <a:srgbClr val="1C2D44"/>
                </a:solidFill>
                <a:latin typeface="Arial"/>
                <a:ea typeface="Arial"/>
                <a:cs typeface="Arial"/>
              </a:defRPr>
            </a:lvl6pPr>
            <a:lvl7pPr algn="ctr">
              <a:defRPr sz="1950" b="0">
                <a:solidFill>
                  <a:srgbClr val="1C2D44"/>
                </a:solidFill>
                <a:latin typeface="Arial"/>
                <a:ea typeface="Arial"/>
                <a:cs typeface="Arial"/>
              </a:defRPr>
            </a:lvl7pPr>
            <a:lvl8pPr algn="ctr">
              <a:defRPr sz="1950" b="0">
                <a:solidFill>
                  <a:srgbClr val="1C2D44"/>
                </a:solidFill>
                <a:latin typeface="Arial"/>
                <a:ea typeface="Arial"/>
                <a:cs typeface="Arial"/>
              </a:defRPr>
            </a:lvl8pPr>
            <a:lvl9pPr algn="ctr">
              <a:defRPr sz="1950" b="0">
                <a:solidFill>
                  <a:srgbClr val="1C2D44"/>
                </a:solidFill>
                <a:latin typeface="Arial"/>
                <a:ea typeface="Arial"/>
                <a:cs typeface="Arial"/>
              </a:defRPr>
            </a:lvl9pPr>
          </a:lstStyle>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projects</a:t>
            </a:r>
          </a:p>
          <a:p xmlns:a="http://schemas.openxmlformats.org/drawingml/2006/main">
            <a:r>
              <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id TEXT PRIMARY KEY</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name, source_kind</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created_at, updated_at</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status, stage, error</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summary JSON text</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retrieval_mode</a:t>
            </a:r>
          </a:p>
        </p:txBody>
      </p:sp>
      <p:sp>
        <p:nvSpPr>
          <p:cNvPr id="7" name="notes  id INTEGER PRIMARY KEY project_id TEXT kind, target, question content, provider, model citations JSON text created_at">
            <a:extLst xmlns:a="http://schemas.openxmlformats.org/drawingml/2006/main">
              <a:ext uri="{FF2B5EF4-FFF2-40B4-BE49-F238E27FC236}">
                <a16:creationId xmlns:a16="http://schemas.microsoft.com/office/drawing/2014/main" id="{AA5DE8D7-B0AA-43DE-B27F-74BCE495B496}"/>
              </a:ext>
            </a:extLst>
          </p:cNvPr>
          <p:cNvSpPr>
            <a:spLocks xmlns:a="http://schemas.openxmlformats.org/drawingml/2006/main" noGrp="1"/>
          </p:cNvSpPr>
          <p:nvPr/>
        </p:nvSpPr>
        <p:spPr>
          <a:xfrm xmlns:a="http://schemas.openxmlformats.org/drawingml/2006/main">
            <a:off x="8001000" y="1619250"/>
            <a:ext cx="4762500" cy="4095750"/>
          </a:xfrm>
          <a:prstGeom xmlns:a="http://schemas.openxmlformats.org/drawingml/2006/main" prst="rect">
            <a:avLst/>
          </a:prstGeom>
          <a:solidFill xmlns:a="http://schemas.openxmlformats.org/drawingml/2006/main">
            <a:srgbClr val="FFFFFF"/>
          </a:solidFill>
          <a:ln xmlns:a="http://schemas.openxmlformats.org/drawingml/2006/main" w="19050">
            <a:solidFill>
              <a:srgbClr val="14233B"/>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C2D44"/>
                </a:solidFill>
                <a:latin typeface="Arial"/>
                <a:ea typeface="Arial"/>
                <a:cs typeface="Arial"/>
              </a:defRPr>
            </a:defPPr>
            <a:lvl1pPr algn="ctr">
              <a:defRPr sz="1950" b="0">
                <a:solidFill>
                  <a:srgbClr val="1C2D44"/>
                </a:solidFill>
                <a:latin typeface="Arial"/>
                <a:ea typeface="Arial"/>
                <a:cs typeface="Arial"/>
              </a:defRPr>
            </a:lvl1pPr>
            <a:lvl2pPr algn="ctr">
              <a:defRPr sz="1950" b="0">
                <a:solidFill>
                  <a:srgbClr val="1C2D44"/>
                </a:solidFill>
                <a:latin typeface="Arial"/>
                <a:ea typeface="Arial"/>
                <a:cs typeface="Arial"/>
              </a:defRPr>
            </a:lvl2pPr>
            <a:lvl3pPr algn="ctr">
              <a:defRPr sz="1950" b="0">
                <a:solidFill>
                  <a:srgbClr val="1C2D44"/>
                </a:solidFill>
                <a:latin typeface="Arial"/>
                <a:ea typeface="Arial"/>
                <a:cs typeface="Arial"/>
              </a:defRPr>
            </a:lvl3pPr>
            <a:lvl4pPr algn="ctr">
              <a:defRPr sz="1950" b="0">
                <a:solidFill>
                  <a:srgbClr val="1C2D44"/>
                </a:solidFill>
                <a:latin typeface="Arial"/>
                <a:ea typeface="Arial"/>
                <a:cs typeface="Arial"/>
              </a:defRPr>
            </a:lvl4pPr>
            <a:lvl5pPr algn="ctr">
              <a:defRPr sz="1950" b="0">
                <a:solidFill>
                  <a:srgbClr val="1C2D44"/>
                </a:solidFill>
                <a:latin typeface="Arial"/>
                <a:ea typeface="Arial"/>
                <a:cs typeface="Arial"/>
              </a:defRPr>
            </a:lvl5pPr>
            <a:lvl6pPr algn="ctr">
              <a:defRPr sz="1950" b="0">
                <a:solidFill>
                  <a:srgbClr val="1C2D44"/>
                </a:solidFill>
                <a:latin typeface="Arial"/>
                <a:ea typeface="Arial"/>
                <a:cs typeface="Arial"/>
              </a:defRPr>
            </a:lvl6pPr>
            <a:lvl7pPr algn="ctr">
              <a:defRPr sz="1950" b="0">
                <a:solidFill>
                  <a:srgbClr val="1C2D44"/>
                </a:solidFill>
                <a:latin typeface="Arial"/>
                <a:ea typeface="Arial"/>
                <a:cs typeface="Arial"/>
              </a:defRPr>
            </a:lvl7pPr>
            <a:lvl8pPr algn="ctr">
              <a:defRPr sz="1950" b="0">
                <a:solidFill>
                  <a:srgbClr val="1C2D44"/>
                </a:solidFill>
                <a:latin typeface="Arial"/>
                <a:ea typeface="Arial"/>
                <a:cs typeface="Arial"/>
              </a:defRPr>
            </a:lvl8pPr>
            <a:lvl9pPr algn="ctr">
              <a:defRPr sz="1950" b="0">
                <a:solidFill>
                  <a:srgbClr val="1C2D44"/>
                </a:solidFill>
                <a:latin typeface="Arial"/>
                <a:ea typeface="Arial"/>
                <a:cs typeface="Arial"/>
              </a:defRPr>
            </a:lvl9pPr>
          </a:lstStyle>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notes</a:t>
            </a:r>
          </a:p>
          <a:p xmlns:a="http://schemas.openxmlformats.org/drawingml/2006/main">
            <a:r>
              <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id INTEGER PRIMARY KEY</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project_id TEXT</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kind, target, question</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content, provider, model</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citations JSON text</a:t>
            </a:r>
          </a:p>
          <a:p xmlns:a="http://schemas.openxmlformats.org/drawingml/2006/main">
            <a:pPr algn="ctr">
              <a:defRPr sz="1950" b="0">
                <a:solidFill>
                  <a:srgbClr val="1C2D44"/>
                </a:solidFill>
                <a:latin typeface="Arial"/>
                <a:ea typeface="Arial"/>
                <a:cs typeface="Arial"/>
              </a:defRPr>
            </a:pPr>
            <a:r>
              <a:rPr sz="1950" b="0">
                <a:solidFill>
                  <a:srgbClr val="1C2D44"/>
                </a:solidFill>
                <a:latin typeface="Arial"/>
                <a:ea typeface="Arial"/>
                <a:cs typeface="Arial"/>
              </a:rPr>
              <a:t>created_at</a:t>
            </a:r>
          </a:p>
        </p:txBody>
      </p:sp>
      <p:sp>
        <p:nvSpPr>
          <p:cNvPr id="9" name="">
            <a:extLst xmlns:a="http://schemas.openxmlformats.org/drawingml/2006/main">
              <a:ext uri="{FF2B5EF4-FFF2-40B4-BE49-F238E27FC236}">
                <a16:creationId xmlns:a16="http://schemas.microsoft.com/office/drawing/2014/main" id="{F12C2057-7D20-4F75-9802-B672F16245ED}"/>
              </a:ext>
            </a:extLst>
          </p:cNvPr>
          <p:cNvSpPr>
            <a:spLocks xmlns:a="http://schemas.openxmlformats.org/drawingml/2006/main" noGrp="1"/>
          </p:cNvSpPr>
          <p:nvPr/>
        </p:nvSpPr>
        <p:spPr>
          <a:xfrm xmlns:a="http://schemas.openxmlformats.org/drawingml/2006/main">
            <a:off x="5810250" y="309562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425" b="0">
                <a:solidFill>
                  <a:srgbClr val="52657A"/>
                </a:solidFill>
                <a:latin typeface="Arial"/>
                <a:ea typeface="Arial"/>
                <a:cs typeface="Arial"/>
              </a:defRPr>
            </a:defPPr>
            <a:lvl1pPr algn="ctr">
              <a:defRPr sz="1425" b="0">
                <a:solidFill>
                  <a:srgbClr val="52657A"/>
                </a:solidFill>
                <a:latin typeface="Arial"/>
                <a:ea typeface="Arial"/>
                <a:cs typeface="Arial"/>
              </a:defRPr>
            </a:lvl1pPr>
            <a:lvl2pPr algn="ctr">
              <a:defRPr sz="1425" b="0">
                <a:solidFill>
                  <a:srgbClr val="52657A"/>
                </a:solidFill>
                <a:latin typeface="Arial"/>
                <a:ea typeface="Arial"/>
                <a:cs typeface="Arial"/>
              </a:defRPr>
            </a:lvl2pPr>
            <a:lvl3pPr algn="ctr">
              <a:defRPr sz="1425" b="0">
                <a:solidFill>
                  <a:srgbClr val="52657A"/>
                </a:solidFill>
                <a:latin typeface="Arial"/>
                <a:ea typeface="Arial"/>
                <a:cs typeface="Arial"/>
              </a:defRPr>
            </a:lvl3pPr>
            <a:lvl4pPr algn="ctr">
              <a:defRPr sz="1425" b="0">
                <a:solidFill>
                  <a:srgbClr val="52657A"/>
                </a:solidFill>
                <a:latin typeface="Arial"/>
                <a:ea typeface="Arial"/>
                <a:cs typeface="Arial"/>
              </a:defRPr>
            </a:lvl4pPr>
            <a:lvl5pPr algn="ctr">
              <a:defRPr sz="1425" b="0">
                <a:solidFill>
                  <a:srgbClr val="52657A"/>
                </a:solidFill>
                <a:latin typeface="Arial"/>
                <a:ea typeface="Arial"/>
                <a:cs typeface="Arial"/>
              </a:defRPr>
            </a:lvl5pPr>
            <a:lvl6pPr algn="ctr">
              <a:defRPr sz="1425" b="0">
                <a:solidFill>
                  <a:srgbClr val="52657A"/>
                </a:solidFill>
                <a:latin typeface="Arial"/>
                <a:ea typeface="Arial"/>
                <a:cs typeface="Arial"/>
              </a:defRPr>
            </a:lvl6pPr>
            <a:lvl7pPr algn="ctr">
              <a:defRPr sz="1425" b="0">
                <a:solidFill>
                  <a:srgbClr val="52657A"/>
                </a:solidFill>
                <a:latin typeface="Arial"/>
                <a:ea typeface="Arial"/>
                <a:cs typeface="Arial"/>
              </a:defRPr>
            </a:lvl7pPr>
            <a:lvl8pPr algn="ctr">
              <a:defRPr sz="1425" b="0">
                <a:solidFill>
                  <a:srgbClr val="52657A"/>
                </a:solidFill>
                <a:latin typeface="Arial"/>
                <a:ea typeface="Arial"/>
                <a:cs typeface="Arial"/>
              </a:defRPr>
            </a:lvl8pPr>
            <a:lvl9pPr algn="ctr">
              <a:defRPr sz="1425" b="0">
                <a:solidFill>
                  <a:srgbClr val="52657A"/>
                </a:solidFill>
                <a:latin typeface="Arial"/>
                <a:ea typeface="Arial"/>
                <a:cs typeface="Arial"/>
              </a:defRPr>
            </a:lvl9pPr>
          </a:lstStyle>
          <a:p xmlns:a="http://schemas.openxmlformats.org/drawingml/2006/main">
            <a:pPr algn="ctr">
              <a:defRPr sz="1425" b="0">
                <a:solidFill>
                  <a:srgbClr val="52657A"/>
                </a:solidFill>
                <a:latin typeface="Arial"/>
                <a:ea typeface="Arial"/>
                <a:cs typeface="Arial"/>
              </a:defRPr>
            </a:pPr>
            <a:r>
              <a:rPr sz="1425" b="0">
                <a:solidFill>
                  <a:srgbClr val="52657A"/>
                </a:solidFill>
                <a:latin typeface="Arial"/>
                <a:ea typeface="Arial"/>
                <a:cs typeface="Arial"/>
              </a:rPr>
              <a:t>1  to  many</a:t>
            </a:r>
          </a:p>
        </p:txBody>
      </p:sp>
      <p:sp>
        <p:nvSpPr>
          <p:cNvPr id="10" name="">
            <a:extLst xmlns:a="http://schemas.openxmlformats.org/drawingml/2006/main">
              <a:ext uri="{FF2B5EF4-FFF2-40B4-BE49-F238E27FC236}">
                <a16:creationId xmlns:a16="http://schemas.microsoft.com/office/drawing/2014/main" id="{D310D9AB-2D96-42CA-88D2-CDF227B127BD}"/>
              </a:ext>
            </a:extLst>
          </p:cNvPr>
          <p:cNvSpPr>
            <a:spLocks xmlns:a="http://schemas.openxmlformats.org/drawingml/2006/main" noGrp="1"/>
          </p:cNvSpPr>
          <p:nvPr/>
        </p:nvSpPr>
        <p:spPr>
          <a:xfrm xmlns:a="http://schemas.openxmlformats.org/drawingml/2006/main">
            <a:off x="952500" y="6191250"/>
            <a:ext cx="1166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52657A"/>
                </a:solidFill>
                <a:latin typeface="Arial"/>
                <a:ea typeface="Arial"/>
                <a:cs typeface="Arial"/>
              </a:defRPr>
            </a:defPPr>
            <a:lvl1pPr algn="l">
              <a:defRPr sz="2025" b="0">
                <a:solidFill>
                  <a:srgbClr val="52657A"/>
                </a:solidFill>
                <a:latin typeface="Arial"/>
                <a:ea typeface="Arial"/>
                <a:cs typeface="Arial"/>
              </a:defRPr>
            </a:lvl1pPr>
            <a:lvl2pPr algn="l">
              <a:defRPr sz="2025" b="0">
                <a:solidFill>
                  <a:srgbClr val="52657A"/>
                </a:solidFill>
                <a:latin typeface="Arial"/>
                <a:ea typeface="Arial"/>
                <a:cs typeface="Arial"/>
              </a:defRPr>
            </a:lvl2pPr>
            <a:lvl3pPr algn="l">
              <a:defRPr sz="2025" b="0">
                <a:solidFill>
                  <a:srgbClr val="52657A"/>
                </a:solidFill>
                <a:latin typeface="Arial"/>
                <a:ea typeface="Arial"/>
                <a:cs typeface="Arial"/>
              </a:defRPr>
            </a:lvl3pPr>
            <a:lvl4pPr algn="l">
              <a:defRPr sz="2025" b="0">
                <a:solidFill>
                  <a:srgbClr val="52657A"/>
                </a:solidFill>
                <a:latin typeface="Arial"/>
                <a:ea typeface="Arial"/>
                <a:cs typeface="Arial"/>
              </a:defRPr>
            </a:lvl4pPr>
            <a:lvl5pPr algn="l">
              <a:defRPr sz="2025" b="0">
                <a:solidFill>
                  <a:srgbClr val="52657A"/>
                </a:solidFill>
                <a:latin typeface="Arial"/>
                <a:ea typeface="Arial"/>
                <a:cs typeface="Arial"/>
              </a:defRPr>
            </a:lvl5pPr>
            <a:lvl6pPr algn="l">
              <a:defRPr sz="2025" b="0">
                <a:solidFill>
                  <a:srgbClr val="52657A"/>
                </a:solidFill>
                <a:latin typeface="Arial"/>
                <a:ea typeface="Arial"/>
                <a:cs typeface="Arial"/>
              </a:defRPr>
            </a:lvl6pPr>
            <a:lvl7pPr algn="l">
              <a:defRPr sz="2025" b="0">
                <a:solidFill>
                  <a:srgbClr val="52657A"/>
                </a:solidFill>
                <a:latin typeface="Arial"/>
                <a:ea typeface="Arial"/>
                <a:cs typeface="Arial"/>
              </a:defRPr>
            </a:lvl7pPr>
            <a:lvl8pPr algn="l">
              <a:defRPr sz="2025" b="0">
                <a:solidFill>
                  <a:srgbClr val="52657A"/>
                </a:solidFill>
                <a:latin typeface="Arial"/>
                <a:ea typeface="Arial"/>
                <a:cs typeface="Arial"/>
              </a:defRPr>
            </a:lvl8pPr>
            <a:lvl9pPr algn="l">
              <a:defRPr sz="2025" b="0">
                <a:solidFill>
                  <a:srgbClr val="52657A"/>
                </a:solidFill>
                <a:latin typeface="Arial"/>
                <a:ea typeface="Arial"/>
                <a:cs typeface="Arial"/>
              </a:defRPr>
            </a:lvl9pPr>
          </a:lstStyle>
          <a:p xmlns:a="http://schemas.openxmlformats.org/drawingml/2006/main">
            <a:pPr algn="l">
              <a:defRPr sz="2025" b="0">
                <a:solidFill>
                  <a:srgbClr val="52657A"/>
                </a:solidFill>
                <a:latin typeface="Arial"/>
                <a:ea typeface="Arial"/>
                <a:cs typeface="Arial"/>
              </a:defRPr>
            </a:pPr>
            <a:r>
              <a:rPr sz="2025" b="0">
                <a:solidFill>
                  <a:srgbClr val="52657A"/>
                </a:solidFill>
                <a:latin typeface="Arial"/>
                <a:ea typeface="Arial"/>
                <a:cs typeface="Arial"/>
              </a:rPr>
              <a:t>Logical project link. The application manages this relationship.</a:t>
            </a:r>
          </a:p>
        </p:txBody>
      </p:sp>
    </p:spTree>
    <p:extLst>
      <p:ext uri="{BB962C8B-B14F-4D97-AF65-F5344CB8AC3E}">
        <p14:creationId xmlns:p14="http://schemas.microsoft.com/office/powerpoint/2010/main" val="430363183"/>
      </p:ext>
    </p:extLst>
  </p:cSld>
</p:sld>
</file>

<file path=ppt/slides/slide1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A894F3-F296-4849-8B95-36765AE8ACAE}"/>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Analysis output contract</a:t>
            </a:r>
          </a:p>
        </p:txBody>
      </p:sp>
      <p:sp>
        <p:nvSpPr>
          <p:cNvPr id="2" name="">
            <a:extLst xmlns:a="http://schemas.openxmlformats.org/drawingml/2006/main">
              <a:ext uri="{FF2B5EF4-FFF2-40B4-BE49-F238E27FC236}">
                <a16:creationId xmlns:a16="http://schemas.microsoft.com/office/drawing/2014/main" id="{5F5F1C70-C328-4F77-B24E-4167F422256A}"/>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05F71325-066E-4C47-8168-6112BE3275DE}"/>
              </a:ext>
            </a:extLst>
          </p:cNvPr>
          <p:cNvPicPr>
            <a:picLocks xmlns:a="http://schemas.openxmlformats.org/drawingml/2006/main" noChangeAspect="1"/>
          </p:cNvPicPr>
          <p:nvPr/>
        </p:nvPicPr>
        <p:blipFill>
          <a:blip xmlns:r="http://schemas.openxmlformats.org/officeDocument/2006/relationships" xmlns:a="http://schemas.openxmlformats.org/drawingml/2006/main" r:embed="R54245aa2c4c24b27"/>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FF8E0FB-6E56-4983-B83C-403B4A1C9429}"/>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600D3BE8-F49C-432D-AF86-488F3B275D91}"/>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7626E5BF-1E59-4E75-8A8F-71EEE30627C6}"/>
              </a:ext>
            </a:extLst>
          </p:cNvPr>
          <p:cNvSpPr>
            <a:spLocks xmlns:a="http://schemas.openxmlformats.org/drawingml/2006/main" noGrp="1"/>
          </p:cNvSpPr>
          <p:nvPr/>
        </p:nvSpPr>
        <p:spPr>
          <a:xfrm xmlns:a="http://schemas.openxmlformats.org/drawingml/2006/main">
            <a:off x="809625" y="1581150"/>
            <a:ext cx="12001500" cy="476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C2D44"/>
                </a:solidFill>
                <a:latin typeface="Consolas"/>
                <a:ea typeface="Consolas"/>
                <a:cs typeface="Consolas"/>
              </a:defRPr>
            </a:defPPr>
            <a:lvl1pPr algn="l">
              <a:defRPr sz="2175" b="0">
                <a:solidFill>
                  <a:srgbClr val="1C2D44"/>
                </a:solidFill>
                <a:latin typeface="Consolas"/>
                <a:ea typeface="Consolas"/>
                <a:cs typeface="Consolas"/>
              </a:defRPr>
            </a:lvl1pPr>
            <a:lvl2pPr algn="l">
              <a:defRPr sz="2175" b="0">
                <a:solidFill>
                  <a:srgbClr val="1C2D44"/>
                </a:solidFill>
                <a:latin typeface="Consolas"/>
                <a:ea typeface="Consolas"/>
                <a:cs typeface="Consolas"/>
              </a:defRPr>
            </a:lvl2pPr>
            <a:lvl3pPr algn="l">
              <a:defRPr sz="2175" b="0">
                <a:solidFill>
                  <a:srgbClr val="1C2D44"/>
                </a:solidFill>
                <a:latin typeface="Consolas"/>
                <a:ea typeface="Consolas"/>
                <a:cs typeface="Consolas"/>
              </a:defRPr>
            </a:lvl3pPr>
            <a:lvl4pPr algn="l">
              <a:defRPr sz="2175" b="0">
                <a:solidFill>
                  <a:srgbClr val="1C2D44"/>
                </a:solidFill>
                <a:latin typeface="Consolas"/>
                <a:ea typeface="Consolas"/>
                <a:cs typeface="Consolas"/>
              </a:defRPr>
            </a:lvl4pPr>
            <a:lvl5pPr algn="l">
              <a:defRPr sz="2175" b="0">
                <a:solidFill>
                  <a:srgbClr val="1C2D44"/>
                </a:solidFill>
                <a:latin typeface="Consolas"/>
                <a:ea typeface="Consolas"/>
                <a:cs typeface="Consolas"/>
              </a:defRPr>
            </a:lvl5pPr>
            <a:lvl6pPr algn="l">
              <a:defRPr sz="2175" b="0">
                <a:solidFill>
                  <a:srgbClr val="1C2D44"/>
                </a:solidFill>
                <a:latin typeface="Consolas"/>
                <a:ea typeface="Consolas"/>
                <a:cs typeface="Consolas"/>
              </a:defRPr>
            </a:lvl6pPr>
            <a:lvl7pPr algn="l">
              <a:defRPr sz="2175" b="0">
                <a:solidFill>
                  <a:srgbClr val="1C2D44"/>
                </a:solidFill>
                <a:latin typeface="Consolas"/>
                <a:ea typeface="Consolas"/>
                <a:cs typeface="Consolas"/>
              </a:defRPr>
            </a:lvl7pPr>
            <a:lvl8pPr algn="l">
              <a:defRPr sz="2175" b="0">
                <a:solidFill>
                  <a:srgbClr val="1C2D44"/>
                </a:solidFill>
                <a:latin typeface="Consolas"/>
                <a:ea typeface="Consolas"/>
                <a:cs typeface="Consolas"/>
              </a:defRPr>
            </a:lvl8pPr>
            <a:lvl9pPr algn="l">
              <a:defRPr sz="2175" b="0">
                <a:solidFill>
                  <a:srgbClr val="1C2D44"/>
                </a:solidFill>
                <a:latin typeface="Consolas"/>
                <a:ea typeface="Consolas"/>
                <a:cs typeface="Consolas"/>
              </a:defRPr>
            </a:lvl9pPr>
          </a:lstStyle>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schema_version  1.0.0</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project         name, root, generated_at</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summary         counts and average complexity</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modules         definitions, imports, locations</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call_graph      nodes and supported edges</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quality         complex, long, and invalid code</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unresolved_calls</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dead_code       potentially unused candidates</a:t>
            </a:r>
          </a:p>
          <a:p xmlns:a="http://schemas.openxmlformats.org/drawingml/2006/main">
            <a:pPr algn="l">
              <a:defRPr sz="2175" b="0">
                <a:solidFill>
                  <a:srgbClr val="1C2D44"/>
                </a:solidFill>
                <a:latin typeface="Consolas"/>
                <a:ea typeface="Consolas"/>
                <a:cs typeface="Consolas"/>
              </a:defRPr>
            </a:pPr>
            <a:r>
              <a:rPr sz="2175" b="0">
                <a:solidFill>
                  <a:srgbClr val="1C2D44"/>
                </a:solidFill>
                <a:latin typeface="Consolas"/>
                <a:ea typeface="Consolas"/>
                <a:cs typeface="Consolas"/>
              </a:rPr>
              <a:t>limitations     interpretation boundaries</a:t>
            </a:r>
          </a:p>
        </p:txBody>
      </p:sp>
      <p:sp>
        <p:nvSpPr>
          <p:cNvPr id="7" name="">
            <a:extLst xmlns:a="http://schemas.openxmlformats.org/drawingml/2006/main">
              <a:ext uri="{FF2B5EF4-FFF2-40B4-BE49-F238E27FC236}">
                <a16:creationId xmlns:a16="http://schemas.microsoft.com/office/drawing/2014/main" id="{04F293FA-DC0E-49E5-A7BE-D005AD35893F}"/>
              </a:ext>
            </a:extLst>
          </p:cNvPr>
          <p:cNvSpPr>
            <a:spLocks xmlns:a="http://schemas.openxmlformats.org/drawingml/2006/main" noGrp="1"/>
          </p:cNvSpPr>
          <p:nvPr/>
        </p:nvSpPr>
        <p:spPr>
          <a:xfrm xmlns:a="http://schemas.openxmlformats.org/drawingml/2006/main">
            <a:off x="809625" y="6619875"/>
            <a:ext cx="1200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009C9E"/>
                </a:solidFill>
                <a:latin typeface="Arial"/>
                <a:ea typeface="Arial"/>
                <a:cs typeface="Arial"/>
              </a:defRPr>
            </a:defPPr>
            <a:lvl1pPr algn="l">
              <a:defRPr sz="2025" b="1">
                <a:solidFill>
                  <a:srgbClr val="009C9E"/>
                </a:solidFill>
                <a:latin typeface="Arial"/>
                <a:ea typeface="Arial"/>
                <a:cs typeface="Arial"/>
              </a:defRPr>
            </a:lvl1pPr>
            <a:lvl2pPr algn="l">
              <a:defRPr sz="2025" b="1">
                <a:solidFill>
                  <a:srgbClr val="009C9E"/>
                </a:solidFill>
                <a:latin typeface="Arial"/>
                <a:ea typeface="Arial"/>
                <a:cs typeface="Arial"/>
              </a:defRPr>
            </a:lvl2pPr>
            <a:lvl3pPr algn="l">
              <a:defRPr sz="2025" b="1">
                <a:solidFill>
                  <a:srgbClr val="009C9E"/>
                </a:solidFill>
                <a:latin typeface="Arial"/>
                <a:ea typeface="Arial"/>
                <a:cs typeface="Arial"/>
              </a:defRPr>
            </a:lvl3pPr>
            <a:lvl4pPr algn="l">
              <a:defRPr sz="2025" b="1">
                <a:solidFill>
                  <a:srgbClr val="009C9E"/>
                </a:solidFill>
                <a:latin typeface="Arial"/>
                <a:ea typeface="Arial"/>
                <a:cs typeface="Arial"/>
              </a:defRPr>
            </a:lvl4pPr>
            <a:lvl5pPr algn="l">
              <a:defRPr sz="2025" b="1">
                <a:solidFill>
                  <a:srgbClr val="009C9E"/>
                </a:solidFill>
                <a:latin typeface="Arial"/>
                <a:ea typeface="Arial"/>
                <a:cs typeface="Arial"/>
              </a:defRPr>
            </a:lvl5pPr>
            <a:lvl6pPr algn="l">
              <a:defRPr sz="2025" b="1">
                <a:solidFill>
                  <a:srgbClr val="009C9E"/>
                </a:solidFill>
                <a:latin typeface="Arial"/>
                <a:ea typeface="Arial"/>
                <a:cs typeface="Arial"/>
              </a:defRPr>
            </a:lvl6pPr>
            <a:lvl7pPr algn="l">
              <a:defRPr sz="2025" b="1">
                <a:solidFill>
                  <a:srgbClr val="009C9E"/>
                </a:solidFill>
                <a:latin typeface="Arial"/>
                <a:ea typeface="Arial"/>
                <a:cs typeface="Arial"/>
              </a:defRPr>
            </a:lvl7pPr>
            <a:lvl8pPr algn="l">
              <a:defRPr sz="2025" b="1">
                <a:solidFill>
                  <a:srgbClr val="009C9E"/>
                </a:solidFill>
                <a:latin typeface="Arial"/>
                <a:ea typeface="Arial"/>
                <a:cs typeface="Arial"/>
              </a:defRPr>
            </a:lvl8pPr>
            <a:lvl9pPr algn="l">
              <a:defRPr sz="2025" b="1">
                <a:solidFill>
                  <a:srgbClr val="009C9E"/>
                </a:solidFill>
                <a:latin typeface="Arial"/>
                <a:ea typeface="Arial"/>
                <a:cs typeface="Arial"/>
              </a:defRPr>
            </a:lvl9pPr>
          </a:lstStyle>
          <a:p xmlns:a="http://schemas.openxmlformats.org/drawingml/2006/main">
            <a:pPr algn="l">
              <a:defRPr sz="2025" b="1">
                <a:solidFill>
                  <a:srgbClr val="009C9E"/>
                </a:solidFill>
                <a:latin typeface="Arial"/>
                <a:ea typeface="Arial"/>
                <a:cs typeface="Arial"/>
              </a:defRPr>
            </a:pPr>
            <a:r>
              <a:rPr sz="2025" b="1">
                <a:solidFill>
                  <a:srgbClr val="009C9E"/>
                </a:solidFill>
                <a:latin typeface="Arial"/>
                <a:ea typeface="Arial"/>
                <a:cs typeface="Arial"/>
              </a:rPr>
              <a:t>Static analysis is the shared contract for reports, retrieval, and the interface.</a:t>
            </a:r>
          </a:p>
        </p:txBody>
      </p:sp>
    </p:spTree>
    <p:extLst>
      <p:ext uri="{BB962C8B-B14F-4D97-AF65-F5344CB8AC3E}">
        <p14:creationId xmlns:p14="http://schemas.microsoft.com/office/powerpoint/2010/main" val="1390758667"/>
      </p:ext>
    </p:extLst>
  </p:cSld>
</p:sld>
</file>

<file path=ppt/slides/slide1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AEF51D-B03C-4427-A1C5-15AE0B0F4C07}"/>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Static-analysis algorithms</a:t>
            </a:r>
          </a:p>
        </p:txBody>
      </p:sp>
      <p:sp>
        <p:nvSpPr>
          <p:cNvPr id="2" name="">
            <a:extLst xmlns:a="http://schemas.openxmlformats.org/drawingml/2006/main">
              <a:ext uri="{FF2B5EF4-FFF2-40B4-BE49-F238E27FC236}">
                <a16:creationId xmlns:a16="http://schemas.microsoft.com/office/drawing/2014/main" id="{E9041C4F-F40E-4DB8-94EC-06DB4C9FFDF8}"/>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B8170F4C-1B96-4AC4-8AB6-6288F2BBFE93}"/>
              </a:ext>
            </a:extLst>
          </p:cNvPr>
          <p:cNvPicPr>
            <a:picLocks xmlns:a="http://schemas.openxmlformats.org/drawingml/2006/main" noChangeAspect="1"/>
          </p:cNvPicPr>
          <p:nvPr/>
        </p:nvPicPr>
        <p:blipFill>
          <a:blip xmlns:r="http://schemas.openxmlformats.org/officeDocument/2006/relationships" xmlns:a="http://schemas.openxmlformats.org/drawingml/2006/main" r:embed="R1e6cc82296714bc8"/>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E4774E-7EF9-4C9A-B215-DC40B86F5A89}"/>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81B915D7-F346-4F49-934F-88AC97F0C7A5}"/>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917A1F0E-77B1-4109-9869-570B6C207789}"/>
              </a:ext>
            </a:extLst>
          </p:cNvPr>
          <p:cNvSpPr>
            <a:spLocks xmlns:a="http://schemas.openxmlformats.org/drawingml/2006/main" noGrp="1"/>
          </p:cNvSpPr>
          <p:nvPr/>
        </p:nvSpPr>
        <p:spPr>
          <a:xfrm xmlns:a="http://schemas.openxmlformats.org/drawingml/2006/main">
            <a:off x="714375" y="15240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440FA81-C6FF-481F-A5A4-9F12920B416A}"/>
              </a:ext>
            </a:extLst>
          </p:cNvPr>
          <p:cNvSpPr>
            <a:spLocks xmlns:a="http://schemas.openxmlformats.org/drawingml/2006/main" noGrp="1"/>
          </p:cNvSpPr>
          <p:nvPr/>
        </p:nvSpPr>
        <p:spPr>
          <a:xfrm xmlns:a="http://schemas.openxmlformats.org/drawingml/2006/main">
            <a:off x="1619250" y="1524000"/>
            <a:ext cx="1133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Collect supported Python files and preserve package names.</a:t>
            </a:r>
          </a:p>
        </p:txBody>
      </p:sp>
      <p:sp>
        <p:nvSpPr>
          <p:cNvPr id="8" name="">
            <a:extLst xmlns:a="http://schemas.openxmlformats.org/drawingml/2006/main">
              <a:ext uri="{FF2B5EF4-FFF2-40B4-BE49-F238E27FC236}">
                <a16:creationId xmlns:a16="http://schemas.microsoft.com/office/drawing/2014/main" id="{2E3277F7-DF56-43E7-8661-76A8B983FE12}"/>
              </a:ext>
            </a:extLst>
          </p:cNvPr>
          <p:cNvSpPr>
            <a:spLocks xmlns:a="http://schemas.openxmlformats.org/drawingml/2006/main" noGrp="1"/>
          </p:cNvSpPr>
          <p:nvPr/>
        </p:nvSpPr>
        <p:spPr>
          <a:xfrm xmlns:a="http://schemas.openxmlformats.org/drawingml/2006/main">
            <a:off x="714375" y="25527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823F451-09CD-49A1-8B45-BB8EE6B7C4FD}"/>
              </a:ext>
            </a:extLst>
          </p:cNvPr>
          <p:cNvSpPr>
            <a:spLocks xmlns:a="http://schemas.openxmlformats.org/drawingml/2006/main" noGrp="1"/>
          </p:cNvSpPr>
          <p:nvPr/>
        </p:nvSpPr>
        <p:spPr>
          <a:xfrm xmlns:a="http://schemas.openxmlformats.org/drawingml/2006/main">
            <a:off x="1619250" y="2552700"/>
            <a:ext cx="1133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Extract definitions, imports, signatures, calls, and line ranges.</a:t>
            </a:r>
          </a:p>
        </p:txBody>
      </p:sp>
      <p:sp>
        <p:nvSpPr>
          <p:cNvPr id="10" name="">
            <a:extLst xmlns:a="http://schemas.openxmlformats.org/drawingml/2006/main">
              <a:ext uri="{FF2B5EF4-FFF2-40B4-BE49-F238E27FC236}">
                <a16:creationId xmlns:a16="http://schemas.microsoft.com/office/drawing/2014/main" id="{4B541CB4-B14A-47C4-BD9C-B67824515C21}"/>
              </a:ext>
            </a:extLst>
          </p:cNvPr>
          <p:cNvSpPr>
            <a:spLocks xmlns:a="http://schemas.openxmlformats.org/drawingml/2006/main" noGrp="1"/>
          </p:cNvSpPr>
          <p:nvPr/>
        </p:nvSpPr>
        <p:spPr>
          <a:xfrm xmlns:a="http://schemas.openxmlformats.org/drawingml/2006/main">
            <a:off x="714375" y="3581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E1CABD3-8C76-497B-885F-D8846156CD69}"/>
              </a:ext>
            </a:extLst>
          </p:cNvPr>
          <p:cNvSpPr>
            <a:spLocks xmlns:a="http://schemas.openxmlformats.org/drawingml/2006/main" noGrp="1"/>
          </p:cNvSpPr>
          <p:nvPr/>
        </p:nvSpPr>
        <p:spPr>
          <a:xfrm xmlns:a="http://schemas.openxmlformats.org/drawingml/2006/main">
            <a:off x="1619250" y="3581400"/>
            <a:ext cx="1133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Resolve supported local, imported, self, and inferred-instance calls.</a:t>
            </a:r>
          </a:p>
        </p:txBody>
      </p:sp>
      <p:sp>
        <p:nvSpPr>
          <p:cNvPr id="12" name="">
            <a:extLst xmlns:a="http://schemas.openxmlformats.org/drawingml/2006/main">
              <a:ext uri="{FF2B5EF4-FFF2-40B4-BE49-F238E27FC236}">
                <a16:creationId xmlns:a16="http://schemas.microsoft.com/office/drawing/2014/main" id="{AE3E8A70-3B89-4599-880E-B39498217932}"/>
              </a:ext>
            </a:extLst>
          </p:cNvPr>
          <p:cNvSpPr>
            <a:spLocks xmlns:a="http://schemas.openxmlformats.org/drawingml/2006/main" noGrp="1"/>
          </p:cNvSpPr>
          <p:nvPr/>
        </p:nvSpPr>
        <p:spPr>
          <a:xfrm xmlns:a="http://schemas.openxmlformats.org/drawingml/2006/main">
            <a:off x="714375" y="46101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CFF4AF5B-2026-491F-B6D7-8AF62CE66AF5}"/>
              </a:ext>
            </a:extLst>
          </p:cNvPr>
          <p:cNvSpPr>
            <a:spLocks xmlns:a="http://schemas.openxmlformats.org/drawingml/2006/main" noGrp="1"/>
          </p:cNvSpPr>
          <p:nvPr/>
        </p:nvSpPr>
        <p:spPr>
          <a:xfrm xmlns:a="http://schemas.openxmlformats.org/drawingml/2006/main">
            <a:off x="1619250" y="4610100"/>
            <a:ext cx="1133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Estimate complexity and flag functions at score 8 or length 60 lines.</a:t>
            </a:r>
          </a:p>
        </p:txBody>
      </p:sp>
      <p:sp>
        <p:nvSpPr>
          <p:cNvPr id="14" name="">
            <a:extLst xmlns:a="http://schemas.openxmlformats.org/drawingml/2006/main">
              <a:ext uri="{FF2B5EF4-FFF2-40B4-BE49-F238E27FC236}">
                <a16:creationId xmlns:a16="http://schemas.microsoft.com/office/drawing/2014/main" id="{74AC988D-6EF9-402E-9D5C-C4FE8CDFA556}"/>
              </a:ext>
            </a:extLst>
          </p:cNvPr>
          <p:cNvSpPr>
            <a:spLocks xmlns:a="http://schemas.openxmlformats.org/drawingml/2006/main" noGrp="1"/>
          </p:cNvSpPr>
          <p:nvPr/>
        </p:nvSpPr>
        <p:spPr>
          <a:xfrm xmlns:a="http://schemas.openxmlformats.org/drawingml/2006/main">
            <a:off x="714375" y="56388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A50BA100-D3A8-4F8C-9054-BA360B81B34F}"/>
              </a:ext>
            </a:extLst>
          </p:cNvPr>
          <p:cNvSpPr>
            <a:spLocks xmlns:a="http://schemas.openxmlformats.org/drawingml/2006/main" noGrp="1"/>
          </p:cNvSpPr>
          <p:nvPr/>
        </p:nvSpPr>
        <p:spPr>
          <a:xfrm xmlns:a="http://schemas.openxmlformats.org/drawingml/2006/main">
            <a:off x="1619250" y="5638800"/>
            <a:ext cx="1133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Keep unresolved calls and syntax errors available for review.</a:t>
            </a:r>
          </a:p>
        </p:txBody>
      </p:sp>
    </p:spTree>
    <p:extLst>
      <p:ext uri="{BB962C8B-B14F-4D97-AF65-F5344CB8AC3E}">
        <p14:creationId xmlns:p14="http://schemas.microsoft.com/office/powerpoint/2010/main" val="1620931670"/>
      </p:ext>
    </p:extLst>
  </p:cSld>
</p:sld>
</file>

<file path=ppt/slides/slide2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28991C9F-923A-42A6-A10D-A6B3D55D5BB3}"/>
              </a:ext>
            </a:extLst>
          </p:cNvPr>
          <p:cNvCxnSpPr>
            <a:stCxn xmlns:a="http://schemas.openxmlformats.org/drawingml/2006/main" id="9" idx="3"/>
            <a:endCxn xmlns:a="http://schemas.openxmlformats.org/drawingml/2006/main" id="10" idx="1"/>
          </p:cNvCxnSpPr>
          <p:nvPr/>
        </p:nvCxnSpPr>
        <p:spPr>
          <a:xfrm xmlns:a="http://schemas.openxmlformats.org/drawingml/2006/main">
            <a:off x="10410825" y="2976563"/>
            <a:ext cx="4191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55133B03-2A99-416C-B520-40AEFB7D07B6}"/>
              </a:ext>
            </a:extLst>
          </p:cNvPr>
          <p:cNvCxnSpPr>
            <a:stCxn xmlns:a="http://schemas.openxmlformats.org/drawingml/2006/main" id="8" idx="3"/>
            <a:endCxn xmlns:a="http://schemas.openxmlformats.org/drawingml/2006/main" id="9" idx="1"/>
          </p:cNvCxnSpPr>
          <p:nvPr/>
        </p:nvCxnSpPr>
        <p:spPr>
          <a:xfrm xmlns:a="http://schemas.openxmlformats.org/drawingml/2006/main">
            <a:off x="7858125" y="2976563"/>
            <a:ext cx="4191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843BB9A2-838E-411C-ADFA-C71318159821}"/>
              </a:ext>
            </a:extLst>
          </p:cNvPr>
          <p:cNvCxnSpPr>
            <a:stCxn xmlns:a="http://schemas.openxmlformats.org/drawingml/2006/main" id="7" idx="3"/>
            <a:endCxn xmlns:a="http://schemas.openxmlformats.org/drawingml/2006/main" id="8" idx="1"/>
          </p:cNvCxnSpPr>
          <p:nvPr/>
        </p:nvCxnSpPr>
        <p:spPr>
          <a:xfrm xmlns:a="http://schemas.openxmlformats.org/drawingml/2006/main">
            <a:off x="5305425" y="2976563"/>
            <a:ext cx="4191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AA1BA8D6-6B6D-4906-8BCA-5287A94BF75C}"/>
              </a:ext>
            </a:extLst>
          </p:cNvPr>
          <p:cNvCxnSpPr>
            <a:stCxn xmlns:a="http://schemas.openxmlformats.org/drawingml/2006/main" id="6" idx="3"/>
            <a:endCxn xmlns:a="http://schemas.openxmlformats.org/drawingml/2006/main" id="7" idx="1"/>
          </p:cNvCxnSpPr>
          <p:nvPr/>
        </p:nvCxnSpPr>
        <p:spPr>
          <a:xfrm xmlns:a="http://schemas.openxmlformats.org/drawingml/2006/main">
            <a:off x="2752725" y="2976563"/>
            <a:ext cx="419100" cy="0"/>
          </a:xfrm>
          <a:prstGeom xmlns:a="http://schemas.openxmlformats.org/drawingml/2006/main" prst="straightConnector1">
            <a:avLst/>
          </a:prstGeom>
          <a:ln xmlns:a="http://schemas.openxmlformats.org/drawingml/2006/main" w="19050">
            <a:solidFill>
              <a:srgbClr val="52657A"/>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FD080CE9-6A3F-4969-8602-CA67D3BF975F}"/>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Retrieval and local generation</a:t>
            </a:r>
          </a:p>
        </p:txBody>
      </p:sp>
      <p:sp>
        <p:nvSpPr>
          <p:cNvPr id="2" name="">
            <a:extLst xmlns:a="http://schemas.openxmlformats.org/drawingml/2006/main">
              <a:ext uri="{FF2B5EF4-FFF2-40B4-BE49-F238E27FC236}">
                <a16:creationId xmlns:a16="http://schemas.microsoft.com/office/drawing/2014/main" id="{EC4A09D0-D22C-48C4-8E30-7B3A631F5AC6}"/>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16EF3573-185C-4EE3-B9B8-795C34E504EC}"/>
              </a:ext>
            </a:extLst>
          </p:cNvPr>
          <p:cNvPicPr>
            <a:picLocks xmlns:a="http://schemas.openxmlformats.org/drawingml/2006/main" noChangeAspect="1"/>
          </p:cNvPicPr>
          <p:nvPr/>
        </p:nvPicPr>
        <p:blipFill>
          <a:blip xmlns:r="http://schemas.openxmlformats.org/officeDocument/2006/relationships" xmlns:a="http://schemas.openxmlformats.org/drawingml/2006/main" r:embed="Rb5814ac115ba48e9"/>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B3591B0-9712-4829-9A71-3226DA306FA6}"/>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C1B16D8B-F1BB-4785-82AE-1A3A309D02C4}"/>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20</a:t>
            </a:r>
          </a:p>
        </p:txBody>
      </p:sp>
      <p:sp>
        <p:nvSpPr>
          <p:cNvPr id="6" name="Question">
            <a:extLst xmlns:a="http://schemas.openxmlformats.org/drawingml/2006/main">
              <a:ext uri="{FF2B5EF4-FFF2-40B4-BE49-F238E27FC236}">
                <a16:creationId xmlns:a16="http://schemas.microsoft.com/office/drawing/2014/main" id="{2FA8C326-4A74-441D-932A-6E284C94EDEC}"/>
              </a:ext>
            </a:extLst>
          </p:cNvPr>
          <p:cNvSpPr>
            <a:spLocks xmlns:a="http://schemas.openxmlformats.org/drawingml/2006/main" noGrp="1"/>
          </p:cNvSpPr>
          <p:nvPr/>
        </p:nvSpPr>
        <p:spPr>
          <a:xfrm xmlns:a="http://schemas.openxmlformats.org/drawingml/2006/main">
            <a:off x="619125" y="2381250"/>
            <a:ext cx="2133600" cy="1190625"/>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Question</a:t>
            </a:r>
          </a:p>
        </p:txBody>
      </p:sp>
      <p:sp>
        <p:nvSpPr>
          <p:cNvPr id="7" name="Hybrid retrieval">
            <a:extLst xmlns:a="http://schemas.openxmlformats.org/drawingml/2006/main">
              <a:ext uri="{FF2B5EF4-FFF2-40B4-BE49-F238E27FC236}">
                <a16:creationId xmlns:a16="http://schemas.microsoft.com/office/drawing/2014/main" id="{BA817574-A19C-4489-845C-913BFA9E6BF7}"/>
              </a:ext>
            </a:extLst>
          </p:cNvPr>
          <p:cNvSpPr>
            <a:spLocks xmlns:a="http://schemas.openxmlformats.org/drawingml/2006/main" noGrp="1"/>
          </p:cNvSpPr>
          <p:nvPr/>
        </p:nvSpPr>
        <p:spPr>
          <a:xfrm xmlns:a="http://schemas.openxmlformats.org/drawingml/2006/main">
            <a:off x="3171825" y="2381250"/>
            <a:ext cx="2133600" cy="1190625"/>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Hybrid retrieval</a:t>
            </a:r>
          </a:p>
        </p:txBody>
      </p:sp>
      <p:sp>
        <p:nvSpPr>
          <p:cNvPr id="8" name="Bounded evidence">
            <a:extLst xmlns:a="http://schemas.openxmlformats.org/drawingml/2006/main">
              <a:ext uri="{FF2B5EF4-FFF2-40B4-BE49-F238E27FC236}">
                <a16:creationId xmlns:a16="http://schemas.microsoft.com/office/drawing/2014/main" id="{E3687E7B-CB21-4CB7-8483-CEF20EF7B109}"/>
              </a:ext>
            </a:extLst>
          </p:cNvPr>
          <p:cNvSpPr>
            <a:spLocks xmlns:a="http://schemas.openxmlformats.org/drawingml/2006/main" noGrp="1"/>
          </p:cNvSpPr>
          <p:nvPr/>
        </p:nvSpPr>
        <p:spPr>
          <a:xfrm xmlns:a="http://schemas.openxmlformats.org/drawingml/2006/main">
            <a:off x="5724525" y="2381250"/>
            <a:ext cx="2133600" cy="1190625"/>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Bounded evidence</a:t>
            </a:r>
          </a:p>
        </p:txBody>
      </p:sp>
      <p:sp>
        <p:nvSpPr>
          <p:cNvPr id="9" name="Local generation">
            <a:extLst xmlns:a="http://schemas.openxmlformats.org/drawingml/2006/main">
              <a:ext uri="{FF2B5EF4-FFF2-40B4-BE49-F238E27FC236}">
                <a16:creationId xmlns:a16="http://schemas.microsoft.com/office/drawing/2014/main" id="{B01EC7F6-770F-47D7-9DFA-AAF29A4A23BD}"/>
              </a:ext>
            </a:extLst>
          </p:cNvPr>
          <p:cNvSpPr>
            <a:spLocks xmlns:a="http://schemas.openxmlformats.org/drawingml/2006/main" noGrp="1"/>
          </p:cNvSpPr>
          <p:nvPr/>
        </p:nvSpPr>
        <p:spPr>
          <a:xfrm xmlns:a="http://schemas.openxmlformats.org/drawingml/2006/main">
            <a:off x="8277225" y="2381250"/>
            <a:ext cx="2133600" cy="1190625"/>
          </a:xfrm>
          <a:prstGeom xmlns:a="http://schemas.openxmlformats.org/drawingml/2006/main" prst="rect">
            <a:avLst/>
          </a:prstGeom>
          <a:solidFill xmlns:a="http://schemas.openxmlformats.org/drawingml/2006/main">
            <a:srgbClr val="FFF1E4"/>
          </a:solidFill>
          <a:ln xmlns:a="http://schemas.openxmlformats.org/drawingml/2006/main" w="19050">
            <a:solidFill>
              <a:srgbClr val="D97927"/>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Local generation</a:t>
            </a:r>
          </a:p>
        </p:txBody>
      </p:sp>
      <p:sp>
        <p:nvSpPr>
          <p:cNvPr id="10" name="Label checks">
            <a:extLst xmlns:a="http://schemas.openxmlformats.org/drawingml/2006/main">
              <a:ext uri="{FF2B5EF4-FFF2-40B4-BE49-F238E27FC236}">
                <a16:creationId xmlns:a16="http://schemas.microsoft.com/office/drawing/2014/main" id="{BC38218C-02B7-4361-926B-51AFDE3E1512}"/>
              </a:ext>
            </a:extLst>
          </p:cNvPr>
          <p:cNvSpPr>
            <a:spLocks xmlns:a="http://schemas.openxmlformats.org/drawingml/2006/main" noGrp="1"/>
          </p:cNvSpPr>
          <p:nvPr/>
        </p:nvSpPr>
        <p:spPr>
          <a:xfrm xmlns:a="http://schemas.openxmlformats.org/drawingml/2006/main">
            <a:off x="10829925" y="2381250"/>
            <a:ext cx="2133600" cy="1190625"/>
          </a:xfrm>
          <a:prstGeom xmlns:a="http://schemas.openxmlformats.org/drawingml/2006/main" prst="rect">
            <a:avLst/>
          </a:prstGeom>
          <a:solidFill xmlns:a="http://schemas.openxmlformats.org/drawingml/2006/main">
            <a:srgbClr val="EAF6F5"/>
          </a:solidFill>
          <a:ln xmlns:a="http://schemas.openxmlformats.org/drawingml/2006/main" w="19050">
            <a:solidFill>
              <a:srgbClr val="009C9E"/>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1C2D44"/>
                </a:solidFill>
                <a:latin typeface="Arial"/>
                <a:ea typeface="Arial"/>
                <a:cs typeface="Arial"/>
              </a:defRPr>
            </a:defPPr>
            <a:lvl1pPr algn="ctr">
              <a:defRPr sz="1875" b="0">
                <a:solidFill>
                  <a:srgbClr val="1C2D44"/>
                </a:solidFill>
                <a:latin typeface="Arial"/>
                <a:ea typeface="Arial"/>
                <a:cs typeface="Arial"/>
              </a:defRPr>
            </a:lvl1pPr>
            <a:lvl2pPr algn="ctr">
              <a:defRPr sz="1875" b="0">
                <a:solidFill>
                  <a:srgbClr val="1C2D44"/>
                </a:solidFill>
                <a:latin typeface="Arial"/>
                <a:ea typeface="Arial"/>
                <a:cs typeface="Arial"/>
              </a:defRPr>
            </a:lvl2pPr>
            <a:lvl3pPr algn="ctr">
              <a:defRPr sz="1875" b="0">
                <a:solidFill>
                  <a:srgbClr val="1C2D44"/>
                </a:solidFill>
                <a:latin typeface="Arial"/>
                <a:ea typeface="Arial"/>
                <a:cs typeface="Arial"/>
              </a:defRPr>
            </a:lvl3pPr>
            <a:lvl4pPr algn="ctr">
              <a:defRPr sz="1875" b="0">
                <a:solidFill>
                  <a:srgbClr val="1C2D44"/>
                </a:solidFill>
                <a:latin typeface="Arial"/>
                <a:ea typeface="Arial"/>
                <a:cs typeface="Arial"/>
              </a:defRPr>
            </a:lvl4pPr>
            <a:lvl5pPr algn="ctr">
              <a:defRPr sz="1875" b="0">
                <a:solidFill>
                  <a:srgbClr val="1C2D44"/>
                </a:solidFill>
                <a:latin typeface="Arial"/>
                <a:ea typeface="Arial"/>
                <a:cs typeface="Arial"/>
              </a:defRPr>
            </a:lvl5pPr>
            <a:lvl6pPr algn="ctr">
              <a:defRPr sz="1875" b="0">
                <a:solidFill>
                  <a:srgbClr val="1C2D44"/>
                </a:solidFill>
                <a:latin typeface="Arial"/>
                <a:ea typeface="Arial"/>
                <a:cs typeface="Arial"/>
              </a:defRPr>
            </a:lvl6pPr>
            <a:lvl7pPr algn="ctr">
              <a:defRPr sz="1875" b="0">
                <a:solidFill>
                  <a:srgbClr val="1C2D44"/>
                </a:solidFill>
                <a:latin typeface="Arial"/>
                <a:ea typeface="Arial"/>
                <a:cs typeface="Arial"/>
              </a:defRPr>
            </a:lvl7pPr>
            <a:lvl8pPr algn="ctr">
              <a:defRPr sz="1875" b="0">
                <a:solidFill>
                  <a:srgbClr val="1C2D44"/>
                </a:solidFill>
                <a:latin typeface="Arial"/>
                <a:ea typeface="Arial"/>
                <a:cs typeface="Arial"/>
              </a:defRPr>
            </a:lvl8pPr>
            <a:lvl9pPr algn="ctr">
              <a:defRPr sz="1875" b="0">
                <a:solidFill>
                  <a:srgbClr val="1C2D44"/>
                </a:solidFill>
                <a:latin typeface="Arial"/>
                <a:ea typeface="Arial"/>
                <a:cs typeface="Arial"/>
              </a:defRPr>
            </a:lvl9pPr>
          </a:lstStyle>
          <a:p xmlns:a="http://schemas.openxmlformats.org/drawingml/2006/main">
            <a:pPr algn="ctr">
              <a:defRPr sz="1875" b="0">
                <a:solidFill>
                  <a:srgbClr val="1C2D44"/>
                </a:solidFill>
                <a:latin typeface="Arial"/>
                <a:ea typeface="Arial"/>
                <a:cs typeface="Arial"/>
              </a:defRPr>
            </a:pPr>
            <a:r>
              <a:rPr sz="1875" b="0">
                <a:solidFill>
                  <a:srgbClr val="1C2D44"/>
                </a:solidFill>
                <a:latin typeface="Arial"/>
                <a:ea typeface="Arial"/>
                <a:cs typeface="Arial"/>
              </a:rPr>
              <a:t>Label checks</a:t>
            </a:r>
          </a:p>
        </p:txBody>
      </p:sp>
      <p:sp>
        <p:nvSpPr>
          <p:cNvPr id="15" name="">
            <a:extLst xmlns:a="http://schemas.openxmlformats.org/drawingml/2006/main">
              <a:ext uri="{FF2B5EF4-FFF2-40B4-BE49-F238E27FC236}">
                <a16:creationId xmlns:a16="http://schemas.microsoft.com/office/drawing/2014/main" id="{64EE3D69-570C-4E99-8162-9ABDE8166E7B}"/>
              </a:ext>
            </a:extLst>
          </p:cNvPr>
          <p:cNvSpPr>
            <a:spLocks xmlns:a="http://schemas.openxmlformats.org/drawingml/2006/main" noGrp="1"/>
          </p:cNvSpPr>
          <p:nvPr/>
        </p:nvSpPr>
        <p:spPr>
          <a:xfrm xmlns:a="http://schemas.openxmlformats.org/drawingml/2006/main">
            <a:off x="714375" y="4429125"/>
            <a:ext cx="1219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C2D44"/>
                </a:solidFill>
                <a:latin typeface="Arial"/>
                <a:ea typeface="Arial"/>
                <a:cs typeface="Arial"/>
              </a:defRPr>
            </a:defPPr>
            <a:lvl1pPr algn="l">
              <a:defRPr sz="2175" b="0">
                <a:solidFill>
                  <a:srgbClr val="1C2D44"/>
                </a:solidFill>
                <a:latin typeface="Arial"/>
                <a:ea typeface="Arial"/>
                <a:cs typeface="Arial"/>
              </a:defRPr>
            </a:lvl1pPr>
            <a:lvl2pPr algn="l">
              <a:defRPr sz="2175" b="0">
                <a:solidFill>
                  <a:srgbClr val="1C2D44"/>
                </a:solidFill>
                <a:latin typeface="Arial"/>
                <a:ea typeface="Arial"/>
                <a:cs typeface="Arial"/>
              </a:defRPr>
            </a:lvl2pPr>
            <a:lvl3pPr algn="l">
              <a:defRPr sz="2175" b="0">
                <a:solidFill>
                  <a:srgbClr val="1C2D44"/>
                </a:solidFill>
                <a:latin typeface="Arial"/>
                <a:ea typeface="Arial"/>
                <a:cs typeface="Arial"/>
              </a:defRPr>
            </a:lvl3pPr>
            <a:lvl4pPr algn="l">
              <a:defRPr sz="2175" b="0">
                <a:solidFill>
                  <a:srgbClr val="1C2D44"/>
                </a:solidFill>
                <a:latin typeface="Arial"/>
                <a:ea typeface="Arial"/>
                <a:cs typeface="Arial"/>
              </a:defRPr>
            </a:lvl4pPr>
            <a:lvl5pPr algn="l">
              <a:defRPr sz="2175" b="0">
                <a:solidFill>
                  <a:srgbClr val="1C2D44"/>
                </a:solidFill>
                <a:latin typeface="Arial"/>
                <a:ea typeface="Arial"/>
                <a:cs typeface="Arial"/>
              </a:defRPr>
            </a:lvl5pPr>
            <a:lvl6pPr algn="l">
              <a:defRPr sz="2175" b="0">
                <a:solidFill>
                  <a:srgbClr val="1C2D44"/>
                </a:solidFill>
                <a:latin typeface="Arial"/>
                <a:ea typeface="Arial"/>
                <a:cs typeface="Arial"/>
              </a:defRPr>
            </a:lvl6pPr>
            <a:lvl7pPr algn="l">
              <a:defRPr sz="2175" b="0">
                <a:solidFill>
                  <a:srgbClr val="1C2D44"/>
                </a:solidFill>
                <a:latin typeface="Arial"/>
                <a:ea typeface="Arial"/>
                <a:cs typeface="Arial"/>
              </a:defRPr>
            </a:lvl7pPr>
            <a:lvl8pPr algn="l">
              <a:defRPr sz="2175" b="0">
                <a:solidFill>
                  <a:srgbClr val="1C2D44"/>
                </a:solidFill>
                <a:latin typeface="Arial"/>
                <a:ea typeface="Arial"/>
                <a:cs typeface="Arial"/>
              </a:defRPr>
            </a:lvl8pPr>
            <a:lvl9pPr algn="l">
              <a:defRPr sz="2175" b="0">
                <a:solidFill>
                  <a:srgbClr val="1C2D44"/>
                </a:solidFill>
                <a:latin typeface="Arial"/>
                <a:ea typeface="Arial"/>
                <a:cs typeface="Arial"/>
              </a:defRPr>
            </a:lvl9pPr>
          </a:lstStyle>
          <a:p xmlns:a="http://schemas.openxmlformats.org/drawingml/2006/main">
            <a:pPr algn="l">
              <a:defRPr sz="2175" b="0">
                <a:solidFill>
                  <a:srgbClr val="1C2D44"/>
                </a:solidFill>
                <a:latin typeface="Arial"/>
                <a:ea typeface="Arial"/>
                <a:cs typeface="Arial"/>
              </a:defRPr>
            </a:pPr>
            <a:r>
              <a:rPr sz="2175" b="0">
                <a:solidFill>
                  <a:srgbClr val="1C2D44"/>
                </a:solidFill>
                <a:latin typeface="Arial"/>
                <a:ea typeface="Arial"/>
                <a:cs typeface="Arial"/>
              </a:rPr>
              <a:t>BGE-small-en-v1.5     384-dimensional vectors</a:t>
            </a:r>
          </a:p>
          <a:p xmlns:a="http://schemas.openxmlformats.org/drawingml/2006/main">
            <a:pPr algn="l">
              <a:defRPr sz="2175" b="0">
                <a:solidFill>
                  <a:srgbClr val="1C2D44"/>
                </a:solidFill>
                <a:latin typeface="Arial"/>
                <a:ea typeface="Arial"/>
                <a:cs typeface="Arial"/>
              </a:defRPr>
            </a:pPr>
            <a:r>
              <a:rPr sz="2175" b="0">
                <a:solidFill>
                  <a:srgbClr val="1C2D44"/>
                </a:solidFill>
                <a:latin typeface="Arial"/>
                <a:ea typeface="Arial"/>
                <a:cs typeface="Arial"/>
              </a:rPr>
              <a:t>Qwen2.5-Coder-1.5B-Instruct Q2_K     CPU inference</a:t>
            </a:r>
          </a:p>
          <a:p xmlns:a="http://schemas.openxmlformats.org/drawingml/2006/main">
            <a:pPr algn="l">
              <a:defRPr sz="2175" b="0">
                <a:solidFill>
                  <a:srgbClr val="1C2D44"/>
                </a:solidFill>
                <a:latin typeface="Arial"/>
                <a:ea typeface="Arial"/>
                <a:cs typeface="Arial"/>
              </a:defRPr>
            </a:pPr>
            <a:r>
              <a:rPr sz="2175" b="0">
                <a:solidFill>
                  <a:srgbClr val="1C2D44"/>
                </a:solidFill>
                <a:latin typeface="Arial"/>
                <a:ea typeface="Arial"/>
                <a:cs typeface="Arial"/>
              </a:rPr>
              <a:t>Valid source labels help inspection. They do not prove each sentence is correct.</a:t>
            </a:r>
          </a:p>
        </p:txBody>
      </p:sp>
    </p:spTree>
    <p:extLst>
      <p:ext uri="{BB962C8B-B14F-4D97-AF65-F5344CB8AC3E}">
        <p14:creationId xmlns:p14="http://schemas.microsoft.com/office/powerpoint/2010/main" val="1910628230"/>
      </p:ext>
    </p:extLst>
  </p:cSld>
</p:sld>
</file>

<file path=ppt/slides/slide2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6B90C3-2FD7-4F55-A06C-B31DEB14BE6D}"/>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Implemented technology stack</a:t>
            </a:r>
          </a:p>
        </p:txBody>
      </p:sp>
      <p:sp>
        <p:nvSpPr>
          <p:cNvPr id="2" name="">
            <a:extLst xmlns:a="http://schemas.openxmlformats.org/drawingml/2006/main">
              <a:ext uri="{FF2B5EF4-FFF2-40B4-BE49-F238E27FC236}">
                <a16:creationId xmlns:a16="http://schemas.microsoft.com/office/drawing/2014/main" id="{275C6AB1-17E2-4FD0-BB4A-10B4E94995EB}"/>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E2FD9E26-0AF3-477E-80D3-BC8EA751EB71}"/>
              </a:ext>
            </a:extLst>
          </p:cNvPr>
          <p:cNvPicPr>
            <a:picLocks xmlns:a="http://schemas.openxmlformats.org/drawingml/2006/main" noChangeAspect="1"/>
          </p:cNvPicPr>
          <p:nvPr/>
        </p:nvPicPr>
        <p:blipFill>
          <a:blip xmlns:r="http://schemas.openxmlformats.org/officeDocument/2006/relationships" xmlns:a="http://schemas.openxmlformats.org/drawingml/2006/main" r:embed="R2d602de2b1e74b33"/>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91C7E3-1375-4EFA-8647-EB981D81B03C}"/>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D79DD6A8-01F5-4A16-8565-147A7BCEFB24}"/>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21</a:t>
            </a:r>
          </a:p>
        </p:txBody>
      </p:sp>
      <p:graphicFrame>
        <p:nvGraphicFramePr>
          <p:cNvPr id="6" name="">
            <a:extLst xmlns:a="http://schemas.openxmlformats.org/drawingml/2006/main">
              <a:ext uri="{FF2B5EF4-FFF2-40B4-BE49-F238E27FC236}">
                <a16:creationId xmlns:a16="http://schemas.microsoft.com/office/drawing/2014/main" id="{D28EA17D-D283-4EE1-B20A-29BC3C5540BC}"/>
              </a:ext>
            </a:extLst>
          </p:cNvPr>
          <p:cNvGraphicFramePr/>
          <p:nvPr/>
        </p:nvGraphicFramePr>
        <p:xfrm>
          <a:off xmlns:a="http://schemas.openxmlformats.org/drawingml/2006/main" x="609600" y="1524000"/>
          <a:ext xmlns:a="http://schemas.openxmlformats.org/drawingml/2006/main" cx="12496800" cy="5048250"/>
        </p:xfrm>
        <a:graphic xmlns:a="http://schemas.openxmlformats.org/drawingml/2006/main">
          <a:graphicData uri="http://schemas.openxmlformats.org/drawingml/2006/table">
            <a:tbl>
              <a:tblPr/>
              <a:tblGrid>
                <a:gridCol w="3810000"/>
                <a:gridCol w="8686800"/>
              </a:tblGrid>
              <a:tr h="721179">
                <a:tc>
                  <a:txBody>
                    <a:bodyPr lIns="114300" tIns="114300" rIns="114300" bIns="114300"/>
                    <a:lstStyle/>
                    <a:p>
                      <a:r>
                        <a:rPr sz="1875" b="1">
                          <a:solidFill>
                            <a:srgbClr val="FFFFFF"/>
                          </a:solidFill>
                          <a:latin typeface="Arial"/>
                          <a:ea typeface="Arial"/>
                          <a:cs typeface="Arial"/>
                        </a:rPr>
                        <a:t>Layer</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75" b="1">
                          <a:solidFill>
                            <a:srgbClr val="FFFFFF"/>
                          </a:solidFill>
                          <a:latin typeface="Arial"/>
                          <a:ea typeface="Arial"/>
                          <a:cs typeface="Arial"/>
                        </a:rPr>
                        <a:t>Delivered implementation</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721179">
                <a:tc>
                  <a:txBody>
                    <a:bodyPr lIns="114300" tIns="114300" rIns="114300" bIns="114300"/>
                    <a:lstStyle/>
                    <a:p>
                      <a:r>
                        <a:rPr sz="1875" b="0">
                          <a:solidFill>
                            <a:srgbClr val="1C2D44"/>
                          </a:solidFill>
                          <a:latin typeface="Arial"/>
                          <a:ea typeface="Arial"/>
                          <a:cs typeface="Arial"/>
                        </a:rPr>
                        <a:t>Parser and graph analysis</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Python ast, typed records, custom resolver and edge lists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875" b="0">
                          <a:solidFill>
                            <a:srgbClr val="1C2D44"/>
                          </a:solidFill>
                          <a:latin typeface="Arial"/>
                          <a:ea typeface="Arial"/>
                          <a:cs typeface="Arial"/>
                        </a:rPr>
                        <a:t>Web application</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FastAPI, Uvicorn, React, local SVG graph views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721179">
                <a:tc>
                  <a:txBody>
                    <a:bodyPr lIns="114300" tIns="114300" rIns="114300" bIns="114300"/>
                    <a:lstStyle/>
                    <a:p>
                      <a:r>
                        <a:rPr sz="1875" b="0">
                          <a:solidFill>
                            <a:srgbClr val="1C2D44"/>
                          </a:solidFill>
                          <a:latin typeface="Arial"/>
                          <a:ea typeface="Arial"/>
                          <a:cs typeface="Arial"/>
                        </a:rPr>
                        <a:t>Persistence</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SQLite, immutable source snapshots, JSON and Markdown reports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875" b="0">
                          <a:solidFill>
                            <a:srgbClr val="1C2D44"/>
                          </a:solidFill>
                          <a:latin typeface="Arial"/>
                          <a:ea typeface="Arial"/>
                          <a:cs typeface="Arial"/>
                        </a:rPr>
                        <a:t>Semantic search</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FastEmbed, BGE-small-en-v1.5, ONNX Runtime, NumPy</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721179">
                <a:tc>
                  <a:txBody>
                    <a:bodyPr lIns="114300" tIns="114300" rIns="114300" bIns="114300"/>
                    <a:lstStyle/>
                    <a:p>
                      <a:r>
                        <a:rPr sz="1875" b="0">
                          <a:solidFill>
                            <a:srgbClr val="1C2D44"/>
                          </a:solidFill>
                          <a:latin typeface="Arial"/>
                          <a:ea typeface="Arial"/>
                          <a:cs typeface="Arial"/>
                        </a:rPr>
                        <a:t>Generation</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75" b="0">
                          <a:solidFill>
                            <a:srgbClr val="1C2D44"/>
                          </a:solidFill>
                          <a:latin typeface="Arial"/>
                          <a:ea typeface="Arial"/>
                          <a:cs typeface="Arial"/>
                        </a:rPr>
                        <a:t>Qwen2.5-Coder-1.5B-Instruct Q2_K with llama.cpp</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875" b="0">
                          <a:solidFill>
                            <a:srgbClr val="1C2D44"/>
                          </a:solidFill>
                          <a:latin typeface="Arial"/>
                          <a:ea typeface="Arial"/>
                          <a:cs typeface="Arial"/>
                        </a:rPr>
                        <a:t>Packaging</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75" b="0">
                          <a:solidFill>
                            <a:srgbClr val="1C2D44"/>
                          </a:solidFill>
                          <a:latin typeface="Arial"/>
                          <a:ea typeface="Arial"/>
                          <a:cs typeface="Arial"/>
                        </a:rPr>
                        <a:t>Windows launchers, pinned Python dependencies, prebuilt UI</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bl>
          </a:graphicData>
        </a:graphic>
      </p:graphicFrame>
    </p:spTree>
    <p:extLst>
      <p:ext uri="{BB962C8B-B14F-4D97-AF65-F5344CB8AC3E}">
        <p14:creationId xmlns:p14="http://schemas.microsoft.com/office/powerpoint/2010/main" val="396350733"/>
      </p:ext>
    </p:extLst>
  </p:cSld>
</p:sld>
</file>

<file path=ppt/slides/slide2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4CCC29-B8B1-422D-8E33-2CD97DECCC54}"/>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Working application</a:t>
            </a:r>
          </a:p>
        </p:txBody>
      </p:sp>
      <p:sp>
        <p:nvSpPr>
          <p:cNvPr id="2" name="">
            <a:extLst xmlns:a="http://schemas.openxmlformats.org/drawingml/2006/main">
              <a:ext uri="{FF2B5EF4-FFF2-40B4-BE49-F238E27FC236}">
                <a16:creationId xmlns:a16="http://schemas.microsoft.com/office/drawing/2014/main" id="{24D662DC-3D0C-4E87-87F9-53F6348F33D7}"/>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B6708175-0B6E-4E21-9F32-1F2F76DD5B58}"/>
              </a:ext>
            </a:extLst>
          </p:cNvPr>
          <p:cNvPicPr>
            <a:picLocks xmlns:a="http://schemas.openxmlformats.org/drawingml/2006/main" noChangeAspect="1"/>
          </p:cNvPicPr>
          <p:nvPr/>
        </p:nvPicPr>
        <p:blipFill>
          <a:blip xmlns:r="http://schemas.openxmlformats.org/officeDocument/2006/relationships" xmlns:a="http://schemas.openxmlformats.org/drawingml/2006/main" r:embed="R5b1fa1e3337c4319"/>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BF29A3-DA0F-451F-B954-46ABB295D690}"/>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FEFC53C9-CBD8-4DBB-A5F3-DBC8DC76A2B7}"/>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22</a:t>
            </a:r>
          </a:p>
        </p:txBody>
      </p:sp>
      <p:pic>
        <p:nvPicPr>
          <p:cNvPr id="6" name="">
            <a:extLst xmlns:a="http://schemas.openxmlformats.org/drawingml/2006/main">
              <a:ext uri="{FF2B5EF4-FFF2-40B4-BE49-F238E27FC236}">
                <a16:creationId xmlns:a16="http://schemas.microsoft.com/office/drawing/2014/main" id="{7A027B7E-B854-497F-9C3F-26ADEE9EB12C}"/>
              </a:ext>
            </a:extLst>
          </p:cNvPr>
          <p:cNvPicPr>
            <a:picLocks xmlns:a="http://schemas.openxmlformats.org/drawingml/2006/main" noChangeAspect="1"/>
          </p:cNvPicPr>
          <p:nvPr/>
        </p:nvPicPr>
        <p:blipFill>
          <a:blip xmlns:r="http://schemas.openxmlformats.org/officeDocument/2006/relationships" xmlns:a="http://schemas.openxmlformats.org/drawingml/2006/main" r:embed="Re952aa6ca6fa476e"/>
          <a:stretch xmlns:a="http://schemas.openxmlformats.org/drawingml/2006/main"/>
        </p:blipFill>
        <p:spPr>
          <a:xfrm xmlns:a="http://schemas.openxmlformats.org/drawingml/2006/main">
            <a:off x="7239365" y="1381125"/>
            <a:ext cx="4952270" cy="5619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88E1E4F-54A3-4122-8579-6AFB6B21C84E}"/>
              </a:ext>
            </a:extLst>
          </p:cNvPr>
          <p:cNvSpPr>
            <a:spLocks xmlns:a="http://schemas.openxmlformats.org/drawingml/2006/main" noGrp="1"/>
          </p:cNvSpPr>
          <p:nvPr/>
        </p:nvSpPr>
        <p:spPr>
          <a:xfrm xmlns:a="http://schemas.openxmlformats.org/drawingml/2006/main">
            <a:off x="666750" y="17145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4233B"/>
                </a:solidFill>
                <a:latin typeface="Arial"/>
                <a:ea typeface="Arial"/>
                <a:cs typeface="Arial"/>
              </a:defRPr>
            </a:defPPr>
            <a:lvl1pPr algn="l">
              <a:defRPr sz="2325" b="1">
                <a:solidFill>
                  <a:srgbClr val="14233B"/>
                </a:solidFill>
                <a:latin typeface="Arial"/>
                <a:ea typeface="Arial"/>
                <a:cs typeface="Arial"/>
              </a:defRPr>
            </a:lvl1pPr>
            <a:lvl2pPr algn="l">
              <a:defRPr sz="2325" b="1">
                <a:solidFill>
                  <a:srgbClr val="14233B"/>
                </a:solidFill>
                <a:latin typeface="Arial"/>
                <a:ea typeface="Arial"/>
                <a:cs typeface="Arial"/>
              </a:defRPr>
            </a:lvl2pPr>
            <a:lvl3pPr algn="l">
              <a:defRPr sz="2325" b="1">
                <a:solidFill>
                  <a:srgbClr val="14233B"/>
                </a:solidFill>
                <a:latin typeface="Arial"/>
                <a:ea typeface="Arial"/>
                <a:cs typeface="Arial"/>
              </a:defRPr>
            </a:lvl3pPr>
            <a:lvl4pPr algn="l">
              <a:defRPr sz="2325" b="1">
                <a:solidFill>
                  <a:srgbClr val="14233B"/>
                </a:solidFill>
                <a:latin typeface="Arial"/>
                <a:ea typeface="Arial"/>
                <a:cs typeface="Arial"/>
              </a:defRPr>
            </a:lvl4pPr>
            <a:lvl5pPr algn="l">
              <a:defRPr sz="2325" b="1">
                <a:solidFill>
                  <a:srgbClr val="14233B"/>
                </a:solidFill>
                <a:latin typeface="Arial"/>
                <a:ea typeface="Arial"/>
                <a:cs typeface="Arial"/>
              </a:defRPr>
            </a:lvl5pPr>
            <a:lvl6pPr algn="l">
              <a:defRPr sz="2325" b="1">
                <a:solidFill>
                  <a:srgbClr val="14233B"/>
                </a:solidFill>
                <a:latin typeface="Arial"/>
                <a:ea typeface="Arial"/>
                <a:cs typeface="Arial"/>
              </a:defRPr>
            </a:lvl6pPr>
            <a:lvl7pPr algn="l">
              <a:defRPr sz="2325" b="1">
                <a:solidFill>
                  <a:srgbClr val="14233B"/>
                </a:solidFill>
                <a:latin typeface="Arial"/>
                <a:ea typeface="Arial"/>
                <a:cs typeface="Arial"/>
              </a:defRPr>
            </a:lvl7pPr>
            <a:lvl8pPr algn="l">
              <a:defRPr sz="2325" b="1">
                <a:solidFill>
                  <a:srgbClr val="14233B"/>
                </a:solidFill>
                <a:latin typeface="Arial"/>
                <a:ea typeface="Arial"/>
                <a:cs typeface="Arial"/>
              </a:defRPr>
            </a:lvl8pPr>
            <a:lvl9pPr algn="l">
              <a:defRPr sz="2325" b="1">
                <a:solidFill>
                  <a:srgbClr val="14233B"/>
                </a:solidFill>
                <a:latin typeface="Arial"/>
                <a:ea typeface="Arial"/>
                <a:cs typeface="Arial"/>
              </a:defRPr>
            </a:lvl9pPr>
          </a:lstStyle>
          <a:p xmlns:a="http://schemas.openxmlformats.org/drawingml/2006/main">
            <a:pPr algn="l">
              <a:defRPr sz="2325" b="1">
                <a:solidFill>
                  <a:srgbClr val="14233B"/>
                </a:solidFill>
                <a:latin typeface="Arial"/>
                <a:ea typeface="Arial"/>
                <a:cs typeface="Arial"/>
              </a:defRPr>
            </a:pPr>
            <a:r>
              <a:rPr sz="2325" b="1">
                <a:solidFill>
                  <a:srgbClr val="14233B"/>
                </a:solidFill>
                <a:latin typeface="Arial"/>
                <a:ea typeface="Arial"/>
                <a:cs typeface="Arial"/>
              </a:rPr>
              <a:t>Legacy Shop reference project</a:t>
            </a:r>
          </a:p>
        </p:txBody>
      </p:sp>
      <p:sp>
        <p:nvSpPr>
          <p:cNvPr id="8" name="">
            <a:extLst xmlns:a="http://schemas.openxmlformats.org/drawingml/2006/main">
              <a:ext uri="{FF2B5EF4-FFF2-40B4-BE49-F238E27FC236}">
                <a16:creationId xmlns:a16="http://schemas.microsoft.com/office/drawing/2014/main" id="{9BF9CE03-D569-4466-B338-32F4A95C03FC}"/>
              </a:ext>
            </a:extLst>
          </p:cNvPr>
          <p:cNvSpPr>
            <a:spLocks xmlns:a="http://schemas.openxmlformats.org/drawingml/2006/main" noGrp="1"/>
          </p:cNvSpPr>
          <p:nvPr/>
        </p:nvSpPr>
        <p:spPr>
          <a:xfrm xmlns:a="http://schemas.openxmlformats.org/drawingml/2006/main">
            <a:off x="666750" y="2857500"/>
            <a:ext cx="5048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1C2D44"/>
                </a:solidFill>
                <a:latin typeface="Arial"/>
                <a:ea typeface="Arial"/>
                <a:cs typeface="Arial"/>
              </a:defRPr>
            </a:defPPr>
            <a:lvl1pPr algn="l">
              <a:defRPr sz="2325" b="0">
                <a:solidFill>
                  <a:srgbClr val="1C2D44"/>
                </a:solidFill>
                <a:latin typeface="Arial"/>
                <a:ea typeface="Arial"/>
                <a:cs typeface="Arial"/>
              </a:defRPr>
            </a:lvl1pPr>
            <a:lvl2pPr algn="l">
              <a:defRPr sz="2325" b="0">
                <a:solidFill>
                  <a:srgbClr val="1C2D44"/>
                </a:solidFill>
                <a:latin typeface="Arial"/>
                <a:ea typeface="Arial"/>
                <a:cs typeface="Arial"/>
              </a:defRPr>
            </a:lvl2pPr>
            <a:lvl3pPr algn="l">
              <a:defRPr sz="2325" b="0">
                <a:solidFill>
                  <a:srgbClr val="1C2D44"/>
                </a:solidFill>
                <a:latin typeface="Arial"/>
                <a:ea typeface="Arial"/>
                <a:cs typeface="Arial"/>
              </a:defRPr>
            </a:lvl3pPr>
            <a:lvl4pPr algn="l">
              <a:defRPr sz="2325" b="0">
                <a:solidFill>
                  <a:srgbClr val="1C2D44"/>
                </a:solidFill>
                <a:latin typeface="Arial"/>
                <a:ea typeface="Arial"/>
                <a:cs typeface="Arial"/>
              </a:defRPr>
            </a:lvl4pPr>
            <a:lvl5pPr algn="l">
              <a:defRPr sz="2325" b="0">
                <a:solidFill>
                  <a:srgbClr val="1C2D44"/>
                </a:solidFill>
                <a:latin typeface="Arial"/>
                <a:ea typeface="Arial"/>
                <a:cs typeface="Arial"/>
              </a:defRPr>
            </a:lvl5pPr>
            <a:lvl6pPr algn="l">
              <a:defRPr sz="2325" b="0">
                <a:solidFill>
                  <a:srgbClr val="1C2D44"/>
                </a:solidFill>
                <a:latin typeface="Arial"/>
                <a:ea typeface="Arial"/>
                <a:cs typeface="Arial"/>
              </a:defRPr>
            </a:lvl6pPr>
            <a:lvl7pPr algn="l">
              <a:defRPr sz="2325" b="0">
                <a:solidFill>
                  <a:srgbClr val="1C2D44"/>
                </a:solidFill>
                <a:latin typeface="Arial"/>
                <a:ea typeface="Arial"/>
                <a:cs typeface="Arial"/>
              </a:defRPr>
            </a:lvl7pPr>
            <a:lvl8pPr algn="l">
              <a:defRPr sz="2325" b="0">
                <a:solidFill>
                  <a:srgbClr val="1C2D44"/>
                </a:solidFill>
                <a:latin typeface="Arial"/>
                <a:ea typeface="Arial"/>
                <a:cs typeface="Arial"/>
              </a:defRPr>
            </a:lvl8pPr>
            <a:lvl9pPr algn="l">
              <a:defRPr sz="2325" b="0">
                <a:solidFill>
                  <a:srgbClr val="1C2D44"/>
                </a:solidFill>
                <a:latin typeface="Arial"/>
                <a:ea typeface="Arial"/>
                <a:cs typeface="Arial"/>
              </a:defRPr>
            </a:lvl9pPr>
          </a:lstStyle>
          <a:p xmlns:a="http://schemas.openxmlformats.org/drawingml/2006/main">
            <a:pPr algn="l">
              <a:defRPr sz="2325" b="0">
                <a:solidFill>
                  <a:srgbClr val="1C2D44"/>
                </a:solidFill>
                <a:latin typeface="Arial"/>
                <a:ea typeface="Arial"/>
                <a:cs typeface="Arial"/>
              </a:defRPr>
            </a:pPr>
            <a:r>
              <a:rPr sz="2325" b="0">
                <a:solidFill>
                  <a:srgbClr val="1C2D44"/>
                </a:solidFill>
                <a:latin typeface="Arial"/>
                <a:ea typeface="Arial"/>
                <a:cs typeface="Arial"/>
              </a:rPr>
              <a:t>6 modules</a:t>
            </a:r>
          </a:p>
          <a:p xmlns:a="http://schemas.openxmlformats.org/drawingml/2006/main">
            <a:pPr algn="l">
              <a:defRPr sz="2325" b="0">
                <a:solidFill>
                  <a:srgbClr val="1C2D44"/>
                </a:solidFill>
                <a:latin typeface="Arial"/>
                <a:ea typeface="Arial"/>
                <a:cs typeface="Arial"/>
              </a:defRPr>
            </a:pPr>
            <a:r>
              <a:rPr sz="2325" b="0">
                <a:solidFill>
                  <a:srgbClr val="1C2D44"/>
                </a:solidFill>
                <a:latin typeface="Arial"/>
                <a:ea typeface="Arial"/>
                <a:cs typeface="Arial"/>
              </a:rPr>
              <a:t>13 functions and methods</a:t>
            </a:r>
          </a:p>
          <a:p xmlns:a="http://schemas.openxmlformats.org/drawingml/2006/main">
            <a:pPr algn="l">
              <a:defRPr sz="2325" b="0">
                <a:solidFill>
                  <a:srgbClr val="1C2D44"/>
                </a:solidFill>
                <a:latin typeface="Arial"/>
                <a:ea typeface="Arial"/>
                <a:cs typeface="Arial"/>
              </a:defRPr>
            </a:pPr>
            <a:r>
              <a:rPr sz="2325" b="0">
                <a:solidFill>
                  <a:srgbClr val="1C2D44"/>
                </a:solidFill>
                <a:latin typeface="Arial"/>
                <a:ea typeface="Arial"/>
                <a:cs typeface="Arial"/>
              </a:rPr>
              <a:t>135 source lines</a:t>
            </a:r>
          </a:p>
          <a:p xmlns:a="http://schemas.openxmlformats.org/drawingml/2006/main">
            <a:pPr algn="l">
              <a:defRPr sz="2325" b="0">
                <a:solidFill>
                  <a:srgbClr val="1C2D44"/>
                </a:solidFill>
                <a:latin typeface="Arial"/>
                <a:ea typeface="Arial"/>
                <a:cs typeface="Arial"/>
              </a:defRPr>
            </a:pPr>
            <a:r>
              <a:rPr sz="2325" b="0">
                <a:solidFill>
                  <a:srgbClr val="1C2D44"/>
                </a:solidFill>
                <a:latin typeface="Arial"/>
                <a:ea typeface="Arial"/>
                <a:cs typeface="Arial"/>
              </a:rPr>
              <a:t>12 resolved call edges</a:t>
            </a:r>
          </a:p>
          <a:p xmlns:a="http://schemas.openxmlformats.org/drawingml/2006/main">
            <a:pPr algn="l">
              <a:defRPr sz="2325" b="0">
                <a:solidFill>
                  <a:srgbClr val="1C2D44"/>
                </a:solidFill>
                <a:latin typeface="Arial"/>
                <a:ea typeface="Arial"/>
                <a:cs typeface="Arial"/>
              </a:defRPr>
            </a:pPr>
            <a:r>
              <a:rPr sz="2325" b="0">
                <a:solidFill>
                  <a:srgbClr val="1C2D44"/>
                </a:solidFill>
                <a:latin typeface="Arial"/>
                <a:ea typeface="Arial"/>
                <a:cs typeface="Arial"/>
              </a:rPr>
              <a:t>0 parse errors</a:t>
            </a:r>
          </a:p>
        </p:txBody>
      </p:sp>
      <p:sp>
        <p:nvSpPr>
          <p:cNvPr id="9" name="">
            <a:extLst xmlns:a="http://schemas.openxmlformats.org/drawingml/2006/main">
              <a:ext uri="{FF2B5EF4-FFF2-40B4-BE49-F238E27FC236}">
                <a16:creationId xmlns:a16="http://schemas.microsoft.com/office/drawing/2014/main" id="{D009E7B1-7FC8-416A-A964-9543D6D78600}"/>
              </a:ext>
            </a:extLst>
          </p:cNvPr>
          <p:cNvSpPr>
            <a:spLocks xmlns:a="http://schemas.openxmlformats.org/drawingml/2006/main" noGrp="1"/>
          </p:cNvSpPr>
          <p:nvPr/>
        </p:nvSpPr>
        <p:spPr>
          <a:xfrm xmlns:a="http://schemas.openxmlformats.org/drawingml/2006/main">
            <a:off x="666750" y="590550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52657A"/>
                </a:solidFill>
                <a:latin typeface="Arial"/>
                <a:ea typeface="Arial"/>
                <a:cs typeface="Arial"/>
              </a:defRPr>
            </a:defPPr>
            <a:lvl1pPr algn="l">
              <a:defRPr sz="1875" b="0">
                <a:solidFill>
                  <a:srgbClr val="52657A"/>
                </a:solidFill>
                <a:latin typeface="Arial"/>
                <a:ea typeface="Arial"/>
                <a:cs typeface="Arial"/>
              </a:defRPr>
            </a:lvl1pPr>
            <a:lvl2pPr algn="l">
              <a:defRPr sz="1875" b="0">
                <a:solidFill>
                  <a:srgbClr val="52657A"/>
                </a:solidFill>
                <a:latin typeface="Arial"/>
                <a:ea typeface="Arial"/>
                <a:cs typeface="Arial"/>
              </a:defRPr>
            </a:lvl2pPr>
            <a:lvl3pPr algn="l">
              <a:defRPr sz="1875" b="0">
                <a:solidFill>
                  <a:srgbClr val="52657A"/>
                </a:solidFill>
                <a:latin typeface="Arial"/>
                <a:ea typeface="Arial"/>
                <a:cs typeface="Arial"/>
              </a:defRPr>
            </a:lvl3pPr>
            <a:lvl4pPr algn="l">
              <a:defRPr sz="1875" b="0">
                <a:solidFill>
                  <a:srgbClr val="52657A"/>
                </a:solidFill>
                <a:latin typeface="Arial"/>
                <a:ea typeface="Arial"/>
                <a:cs typeface="Arial"/>
              </a:defRPr>
            </a:lvl4pPr>
            <a:lvl5pPr algn="l">
              <a:defRPr sz="1875" b="0">
                <a:solidFill>
                  <a:srgbClr val="52657A"/>
                </a:solidFill>
                <a:latin typeface="Arial"/>
                <a:ea typeface="Arial"/>
                <a:cs typeface="Arial"/>
              </a:defRPr>
            </a:lvl5pPr>
            <a:lvl6pPr algn="l">
              <a:defRPr sz="1875" b="0">
                <a:solidFill>
                  <a:srgbClr val="52657A"/>
                </a:solidFill>
                <a:latin typeface="Arial"/>
                <a:ea typeface="Arial"/>
                <a:cs typeface="Arial"/>
              </a:defRPr>
            </a:lvl6pPr>
            <a:lvl7pPr algn="l">
              <a:defRPr sz="1875" b="0">
                <a:solidFill>
                  <a:srgbClr val="52657A"/>
                </a:solidFill>
                <a:latin typeface="Arial"/>
                <a:ea typeface="Arial"/>
                <a:cs typeface="Arial"/>
              </a:defRPr>
            </a:lvl7pPr>
            <a:lvl8pPr algn="l">
              <a:defRPr sz="1875" b="0">
                <a:solidFill>
                  <a:srgbClr val="52657A"/>
                </a:solidFill>
                <a:latin typeface="Arial"/>
                <a:ea typeface="Arial"/>
                <a:cs typeface="Arial"/>
              </a:defRPr>
            </a:lvl8pPr>
            <a:lvl9pPr algn="l">
              <a:defRPr sz="1875" b="0">
                <a:solidFill>
                  <a:srgbClr val="52657A"/>
                </a:solidFill>
                <a:latin typeface="Arial"/>
                <a:ea typeface="Arial"/>
                <a:cs typeface="Arial"/>
              </a:defRPr>
            </a:lvl9pPr>
          </a:lstStyle>
          <a:p xmlns:a="http://schemas.openxmlformats.org/drawingml/2006/main">
            <a:pPr algn="l">
              <a:defRPr sz="1875" b="0">
                <a:solidFill>
                  <a:srgbClr val="52657A"/>
                </a:solidFill>
                <a:latin typeface="Arial"/>
                <a:ea typeface="Arial"/>
                <a:cs typeface="Arial"/>
              </a:defRPr>
            </a:pPr>
            <a:r>
              <a:rPr sz="1875" b="0">
                <a:solidFill>
                  <a:srgbClr val="52657A"/>
                </a:solidFill>
                <a:latin typeface="Arial"/>
                <a:ea typeface="Arial"/>
                <a:cs typeface="Arial"/>
              </a:rPr>
              <a:t>Measured fixture results, not a general accuracy benchmark.</a:t>
            </a:r>
          </a:p>
        </p:txBody>
      </p:sp>
    </p:spTree>
    <p:extLst>
      <p:ext uri="{BB962C8B-B14F-4D97-AF65-F5344CB8AC3E}">
        <p14:creationId xmlns:p14="http://schemas.microsoft.com/office/powerpoint/2010/main" val="751648917"/>
      </p:ext>
    </p:extLst>
  </p:cSld>
</p:sld>
</file>

<file path=ppt/slides/slide2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472BE2-1BAB-487A-89EC-E25278280432}"/>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Local AI with inspectable source</a:t>
            </a:r>
          </a:p>
        </p:txBody>
      </p:sp>
      <p:sp>
        <p:nvSpPr>
          <p:cNvPr id="2" name="">
            <a:extLst xmlns:a="http://schemas.openxmlformats.org/drawingml/2006/main">
              <a:ext uri="{FF2B5EF4-FFF2-40B4-BE49-F238E27FC236}">
                <a16:creationId xmlns:a16="http://schemas.microsoft.com/office/drawing/2014/main" id="{A026AFE6-92EA-40E8-BE05-7D4B4F565A82}"/>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01784C25-4BBF-4578-A67A-9A21F247FDEE}"/>
              </a:ext>
            </a:extLst>
          </p:cNvPr>
          <p:cNvPicPr>
            <a:picLocks xmlns:a="http://schemas.openxmlformats.org/drawingml/2006/main" noChangeAspect="1"/>
          </p:cNvPicPr>
          <p:nvPr/>
        </p:nvPicPr>
        <p:blipFill>
          <a:blip xmlns:r="http://schemas.openxmlformats.org/officeDocument/2006/relationships" xmlns:a="http://schemas.openxmlformats.org/drawingml/2006/main" r:embed="R4f0454b5ce1b44f5"/>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53E896-7BBE-4530-8041-B9CEB6BDC555}"/>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6137AC37-18CD-4220-8296-23F48946A991}"/>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23</a:t>
            </a:r>
          </a:p>
        </p:txBody>
      </p:sp>
      <p:pic>
        <p:nvPicPr>
          <p:cNvPr id="6" name="">
            <a:extLst xmlns:a="http://schemas.openxmlformats.org/drawingml/2006/main">
              <a:ext uri="{FF2B5EF4-FFF2-40B4-BE49-F238E27FC236}">
                <a16:creationId xmlns:a16="http://schemas.microsoft.com/office/drawing/2014/main" id="{653C64B7-1195-4F9F-9634-47FC5392D8F0}"/>
              </a:ext>
            </a:extLst>
          </p:cNvPr>
          <p:cNvPicPr>
            <a:picLocks xmlns:a="http://schemas.openxmlformats.org/drawingml/2006/main" noChangeAspect="1"/>
          </p:cNvPicPr>
          <p:nvPr/>
        </p:nvPicPr>
        <p:blipFill>
          <a:blip xmlns:r="http://schemas.openxmlformats.org/officeDocument/2006/relationships" xmlns:a="http://schemas.openxmlformats.org/drawingml/2006/main" r:embed="R81224cc870cc47c8"/>
          <a:stretch xmlns:a="http://schemas.openxmlformats.org/drawingml/2006/main"/>
        </p:blipFill>
        <p:spPr>
          <a:xfrm xmlns:a="http://schemas.openxmlformats.org/drawingml/2006/main">
            <a:off x="6814821" y="1381125"/>
            <a:ext cx="5801358" cy="5619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836DAC6-3C6C-4AE7-BB18-E1AC4A47A462}"/>
              </a:ext>
            </a:extLst>
          </p:cNvPr>
          <p:cNvSpPr>
            <a:spLocks xmlns:a="http://schemas.openxmlformats.org/drawingml/2006/main" noGrp="1"/>
          </p:cNvSpPr>
          <p:nvPr/>
        </p:nvSpPr>
        <p:spPr>
          <a:xfrm xmlns:a="http://schemas.openxmlformats.org/drawingml/2006/main">
            <a:off x="666750" y="1714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4233B"/>
                </a:solidFill>
                <a:latin typeface="Arial"/>
                <a:ea typeface="Arial"/>
                <a:cs typeface="Arial"/>
              </a:defRPr>
            </a:defPPr>
            <a:lvl1pPr algn="l">
              <a:defRPr sz="2400" b="1">
                <a:solidFill>
                  <a:srgbClr val="14233B"/>
                </a:solidFill>
                <a:latin typeface="Arial"/>
                <a:ea typeface="Arial"/>
                <a:cs typeface="Arial"/>
              </a:defRPr>
            </a:lvl1pPr>
            <a:lvl2pPr algn="l">
              <a:defRPr sz="2400" b="1">
                <a:solidFill>
                  <a:srgbClr val="14233B"/>
                </a:solidFill>
                <a:latin typeface="Arial"/>
                <a:ea typeface="Arial"/>
                <a:cs typeface="Arial"/>
              </a:defRPr>
            </a:lvl2pPr>
            <a:lvl3pPr algn="l">
              <a:defRPr sz="2400" b="1">
                <a:solidFill>
                  <a:srgbClr val="14233B"/>
                </a:solidFill>
                <a:latin typeface="Arial"/>
                <a:ea typeface="Arial"/>
                <a:cs typeface="Arial"/>
              </a:defRPr>
            </a:lvl3pPr>
            <a:lvl4pPr algn="l">
              <a:defRPr sz="2400" b="1">
                <a:solidFill>
                  <a:srgbClr val="14233B"/>
                </a:solidFill>
                <a:latin typeface="Arial"/>
                <a:ea typeface="Arial"/>
                <a:cs typeface="Arial"/>
              </a:defRPr>
            </a:lvl4pPr>
            <a:lvl5pPr algn="l">
              <a:defRPr sz="2400" b="1">
                <a:solidFill>
                  <a:srgbClr val="14233B"/>
                </a:solidFill>
                <a:latin typeface="Arial"/>
                <a:ea typeface="Arial"/>
                <a:cs typeface="Arial"/>
              </a:defRPr>
            </a:lvl5pPr>
            <a:lvl6pPr algn="l">
              <a:defRPr sz="2400" b="1">
                <a:solidFill>
                  <a:srgbClr val="14233B"/>
                </a:solidFill>
                <a:latin typeface="Arial"/>
                <a:ea typeface="Arial"/>
                <a:cs typeface="Arial"/>
              </a:defRPr>
            </a:lvl6pPr>
            <a:lvl7pPr algn="l">
              <a:defRPr sz="2400" b="1">
                <a:solidFill>
                  <a:srgbClr val="14233B"/>
                </a:solidFill>
                <a:latin typeface="Arial"/>
                <a:ea typeface="Arial"/>
                <a:cs typeface="Arial"/>
              </a:defRPr>
            </a:lvl7pPr>
            <a:lvl8pPr algn="l">
              <a:defRPr sz="2400" b="1">
                <a:solidFill>
                  <a:srgbClr val="14233B"/>
                </a:solidFill>
                <a:latin typeface="Arial"/>
                <a:ea typeface="Arial"/>
                <a:cs typeface="Arial"/>
              </a:defRPr>
            </a:lvl8pPr>
            <a:lvl9pPr algn="l">
              <a:defRPr sz="2400" b="1">
                <a:solidFill>
                  <a:srgbClr val="14233B"/>
                </a:solidFill>
                <a:latin typeface="Arial"/>
                <a:ea typeface="Arial"/>
                <a:cs typeface="Arial"/>
              </a:defRPr>
            </a:lvl9pPr>
          </a:lstStyle>
          <a:p xmlns:a="http://schemas.openxmlformats.org/drawingml/2006/main">
            <a:pPr algn="l">
              <a:defRPr sz="2400" b="1">
                <a:solidFill>
                  <a:srgbClr val="14233B"/>
                </a:solidFill>
                <a:latin typeface="Arial"/>
                <a:ea typeface="Arial"/>
                <a:cs typeface="Arial"/>
              </a:defRPr>
            </a:pPr>
            <a:r>
              <a:rPr sz="2400" b="1">
                <a:solidFill>
                  <a:srgbClr val="14233B"/>
                </a:solidFill>
                <a:latin typeface="Arial"/>
                <a:ea typeface="Arial"/>
                <a:cs typeface="Arial"/>
              </a:rPr>
              <a:t>Real local model response</a:t>
            </a:r>
          </a:p>
        </p:txBody>
      </p:sp>
      <p:sp>
        <p:nvSpPr>
          <p:cNvPr id="8" name="">
            <a:extLst xmlns:a="http://schemas.openxmlformats.org/drawingml/2006/main">
              <a:ext uri="{FF2B5EF4-FFF2-40B4-BE49-F238E27FC236}">
                <a16:creationId xmlns:a16="http://schemas.microsoft.com/office/drawing/2014/main" id="{21CEAA9F-16A8-47B1-A0CE-6163B2B822C5}"/>
              </a:ext>
            </a:extLst>
          </p:cNvPr>
          <p:cNvSpPr>
            <a:spLocks xmlns:a="http://schemas.openxmlformats.org/drawingml/2006/main" noGrp="1"/>
          </p:cNvSpPr>
          <p:nvPr/>
        </p:nvSpPr>
        <p:spPr>
          <a:xfrm xmlns:a="http://schemas.openxmlformats.org/drawingml/2006/main">
            <a:off x="666750" y="2857500"/>
            <a:ext cx="523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C2D44"/>
                </a:solidFill>
                <a:latin typeface="Arial"/>
                <a:ea typeface="Arial"/>
                <a:cs typeface="Arial"/>
              </a:defRPr>
            </a:defPPr>
            <a:lvl1pPr algn="l">
              <a:defRPr sz="2175" b="0">
                <a:solidFill>
                  <a:srgbClr val="1C2D44"/>
                </a:solidFill>
                <a:latin typeface="Arial"/>
                <a:ea typeface="Arial"/>
                <a:cs typeface="Arial"/>
              </a:defRPr>
            </a:lvl1pPr>
            <a:lvl2pPr algn="l">
              <a:defRPr sz="2175" b="0">
                <a:solidFill>
                  <a:srgbClr val="1C2D44"/>
                </a:solidFill>
                <a:latin typeface="Arial"/>
                <a:ea typeface="Arial"/>
                <a:cs typeface="Arial"/>
              </a:defRPr>
            </a:lvl2pPr>
            <a:lvl3pPr algn="l">
              <a:defRPr sz="2175" b="0">
                <a:solidFill>
                  <a:srgbClr val="1C2D44"/>
                </a:solidFill>
                <a:latin typeface="Arial"/>
                <a:ea typeface="Arial"/>
                <a:cs typeface="Arial"/>
              </a:defRPr>
            </a:lvl3pPr>
            <a:lvl4pPr algn="l">
              <a:defRPr sz="2175" b="0">
                <a:solidFill>
                  <a:srgbClr val="1C2D44"/>
                </a:solidFill>
                <a:latin typeface="Arial"/>
                <a:ea typeface="Arial"/>
                <a:cs typeface="Arial"/>
              </a:defRPr>
            </a:lvl4pPr>
            <a:lvl5pPr algn="l">
              <a:defRPr sz="2175" b="0">
                <a:solidFill>
                  <a:srgbClr val="1C2D44"/>
                </a:solidFill>
                <a:latin typeface="Arial"/>
                <a:ea typeface="Arial"/>
                <a:cs typeface="Arial"/>
              </a:defRPr>
            </a:lvl5pPr>
            <a:lvl6pPr algn="l">
              <a:defRPr sz="2175" b="0">
                <a:solidFill>
                  <a:srgbClr val="1C2D44"/>
                </a:solidFill>
                <a:latin typeface="Arial"/>
                <a:ea typeface="Arial"/>
                <a:cs typeface="Arial"/>
              </a:defRPr>
            </a:lvl6pPr>
            <a:lvl7pPr algn="l">
              <a:defRPr sz="2175" b="0">
                <a:solidFill>
                  <a:srgbClr val="1C2D44"/>
                </a:solidFill>
                <a:latin typeface="Arial"/>
                <a:ea typeface="Arial"/>
                <a:cs typeface="Arial"/>
              </a:defRPr>
            </a:lvl7pPr>
            <a:lvl8pPr algn="l">
              <a:defRPr sz="2175" b="0">
                <a:solidFill>
                  <a:srgbClr val="1C2D44"/>
                </a:solidFill>
                <a:latin typeface="Arial"/>
                <a:ea typeface="Arial"/>
                <a:cs typeface="Arial"/>
              </a:defRPr>
            </a:lvl8pPr>
            <a:lvl9pPr algn="l">
              <a:defRPr sz="2175" b="0">
                <a:solidFill>
                  <a:srgbClr val="1C2D44"/>
                </a:solidFill>
                <a:latin typeface="Arial"/>
                <a:ea typeface="Arial"/>
                <a:cs typeface="Arial"/>
              </a:defRPr>
            </a:lvl9pPr>
          </a:lstStyle>
          <a:p xmlns:a="http://schemas.openxmlformats.org/drawingml/2006/main">
            <a:pPr algn="l">
              <a:defRPr sz="2175" b="0">
                <a:solidFill>
                  <a:srgbClr val="1C2D44"/>
                </a:solidFill>
                <a:latin typeface="Arial"/>
                <a:ea typeface="Arial"/>
                <a:cs typeface="Arial"/>
              </a:defRPr>
            </a:pPr>
            <a:r>
              <a:rPr sz="2175" b="0">
                <a:solidFill>
                  <a:srgbClr val="1C2D44"/>
                </a:solidFill>
                <a:latin typeface="Arial"/>
                <a:ea typeface="Arial"/>
                <a:cs typeface="Arial"/>
              </a:rPr>
              <a:t>The recorded calculation answer took 24.7 seconds on this computer.</a:t>
            </a:r>
          </a:p>
          <a:p xmlns:a="http://schemas.openxmlformats.org/drawingml/2006/main">
            <a:r>
              <a:t/>
            </a:r>
          </a:p>
          <a:p xmlns:a="http://schemas.openxmlformats.org/drawingml/2006/main">
            <a:pPr algn="l">
              <a:defRPr sz="2175" b="0">
                <a:solidFill>
                  <a:srgbClr val="1C2D44"/>
                </a:solidFill>
                <a:latin typeface="Arial"/>
                <a:ea typeface="Arial"/>
                <a:cs typeface="Arial"/>
              </a:defRPr>
            </a:pPr>
            <a:r>
              <a:rPr sz="2175" b="0">
                <a:solidFill>
                  <a:srgbClr val="1C2D44"/>
                </a:solidFill>
                <a:latin typeface="Arial"/>
                <a:ea typeface="Arial"/>
                <a:cs typeface="Arial"/>
              </a:rPr>
              <a:t>Answers and citations still need source review.</a:t>
            </a:r>
          </a:p>
          <a:p xmlns:a="http://schemas.openxmlformats.org/drawingml/2006/main">
            <a:r>
              <a:t/>
            </a:r>
          </a:p>
          <a:p xmlns:a="http://schemas.openxmlformats.org/drawingml/2006/main">
            <a:pPr algn="l">
              <a:defRPr sz="2175" b="0">
                <a:solidFill>
                  <a:srgbClr val="1C2D44"/>
                </a:solidFill>
                <a:latin typeface="Arial"/>
                <a:ea typeface="Arial"/>
                <a:cs typeface="Arial"/>
              </a:defRPr>
            </a:pPr>
            <a:r>
              <a:rPr sz="2175" b="0">
                <a:solidFill>
                  <a:srgbClr val="1C2D44"/>
                </a:solidFill>
                <a:latin typeface="Arial"/>
                <a:ea typeface="Arial"/>
                <a:cs typeface="Arial"/>
              </a:rPr>
              <a:t>No paid API or model training is required.</a:t>
            </a:r>
          </a:p>
        </p:txBody>
      </p:sp>
    </p:spTree>
    <p:extLst>
      <p:ext uri="{BB962C8B-B14F-4D97-AF65-F5344CB8AC3E}">
        <p14:creationId xmlns:p14="http://schemas.microsoft.com/office/powerpoint/2010/main" val="1484906950"/>
      </p:ext>
    </p:extLst>
  </p:cSld>
</p:sld>
</file>

<file path=ppt/slides/slide2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702C02-82D4-46BE-BF92-07F85F5C6DE5}"/>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Verification results</a:t>
            </a:r>
          </a:p>
        </p:txBody>
      </p:sp>
      <p:sp>
        <p:nvSpPr>
          <p:cNvPr id="2" name="">
            <a:extLst xmlns:a="http://schemas.openxmlformats.org/drawingml/2006/main">
              <a:ext uri="{FF2B5EF4-FFF2-40B4-BE49-F238E27FC236}">
                <a16:creationId xmlns:a16="http://schemas.microsoft.com/office/drawing/2014/main" id="{F2B37C2C-685E-42E6-BA7C-437C6ADA6952}"/>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664CAD6A-2E93-435B-AF5A-046885A8161F}"/>
              </a:ext>
            </a:extLst>
          </p:cNvPr>
          <p:cNvPicPr>
            <a:picLocks xmlns:a="http://schemas.openxmlformats.org/drawingml/2006/main" noChangeAspect="1"/>
          </p:cNvPicPr>
          <p:nvPr/>
        </p:nvPicPr>
        <p:blipFill>
          <a:blip xmlns:r="http://schemas.openxmlformats.org/officeDocument/2006/relationships" xmlns:a="http://schemas.openxmlformats.org/drawingml/2006/main" r:embed="R9555bfb5cb974a8f"/>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A4BA1E-4F4E-4B2B-A7CD-9EAD980E8432}"/>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A2EAB882-10B3-4F6A-B527-D9685FC4C0EE}"/>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24</a:t>
            </a:r>
          </a:p>
        </p:txBody>
      </p:sp>
      <p:graphicFrame>
        <p:nvGraphicFramePr>
          <p:cNvPr id="6" name="">
            <a:extLst xmlns:a="http://schemas.openxmlformats.org/drawingml/2006/main">
              <a:ext uri="{FF2B5EF4-FFF2-40B4-BE49-F238E27FC236}">
                <a16:creationId xmlns:a16="http://schemas.microsoft.com/office/drawing/2014/main" id="{1768AB3F-2C2F-4868-86F2-128A4F426262}"/>
              </a:ext>
            </a:extLst>
          </p:cNvPr>
          <p:cNvGraphicFramePr/>
          <p:nvPr/>
        </p:nvGraphicFramePr>
        <p:xfrm>
          <a:off xmlns:a="http://schemas.openxmlformats.org/drawingml/2006/main" x="609600" y="1524000"/>
          <a:ext xmlns:a="http://schemas.openxmlformats.org/drawingml/2006/main" cx="12496800" cy="5000625"/>
        </p:xfrm>
        <a:graphic xmlns:a="http://schemas.openxmlformats.org/drawingml/2006/main">
          <a:graphicData uri="http://schemas.openxmlformats.org/drawingml/2006/table">
            <a:tbl>
              <a:tblPr/>
              <a:tblGrid>
                <a:gridCol w="4381500"/>
                <a:gridCol w="2952750"/>
                <a:gridCol w="5162550"/>
              </a:tblGrid>
              <a:tr h="833438">
                <a:tc>
                  <a:txBody>
                    <a:bodyPr lIns="114300" tIns="114300" rIns="114300" bIns="114300"/>
                    <a:lstStyle/>
                    <a:p>
                      <a:r>
                        <a:rPr sz="1800" b="1">
                          <a:solidFill>
                            <a:srgbClr val="FFFFFF"/>
                          </a:solidFill>
                          <a:latin typeface="Arial"/>
                          <a:ea typeface="Arial"/>
                          <a:cs typeface="Arial"/>
                        </a:rPr>
                        <a:t>Check</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00" b="1">
                          <a:solidFill>
                            <a:srgbClr val="FFFFFF"/>
                          </a:solidFill>
                          <a:latin typeface="Arial"/>
                          <a:ea typeface="Arial"/>
                          <a:cs typeface="Arial"/>
                        </a:rPr>
                        <a:t>Observed result</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00" b="1">
                          <a:solidFill>
                            <a:srgbClr val="FFFFFF"/>
                          </a:solidFill>
                          <a:latin typeface="Arial"/>
                          <a:ea typeface="Arial"/>
                          <a:cs typeface="Arial"/>
                        </a:rPr>
                        <a:t>Scope</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833438">
                <a:tc>
                  <a:txBody>
                    <a:bodyPr lIns="114300" tIns="114300" rIns="114300" bIns="114300"/>
                    <a:lstStyle/>
                    <a:p>
                      <a:r>
                        <a:rPr sz="1800" b="0">
                          <a:solidFill>
                            <a:srgbClr val="1C2D44"/>
                          </a:solidFill>
                          <a:latin typeface="Arial"/>
                          <a:ea typeface="Arial"/>
                          <a:cs typeface="Arial"/>
                        </a:rPr>
                        <a:t>Automated tests</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15 passed</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Parser, CLI, API, input handling, persistence, AI protocol</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833438">
                <a:tc>
                  <a:txBody>
                    <a:bodyPr lIns="114300" tIns="114300" rIns="114300" bIns="114300"/>
                    <a:lstStyle/>
                    <a:p>
                      <a:r>
                        <a:rPr sz="1800" b="0">
                          <a:solidFill>
                            <a:srgbClr val="1C2D44"/>
                          </a:solidFill>
                          <a:latin typeface="Arial"/>
                          <a:ea typeface="Arial"/>
                          <a:cs typeface="Arial"/>
                        </a:rPr>
                        <a:t>Exact expected symbol in top 3</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00" b="0">
                          <a:solidFill>
                            <a:srgbClr val="1C2D44"/>
                          </a:solidFill>
                          <a:latin typeface="Arial"/>
                          <a:ea typeface="Arial"/>
                          <a:cs typeface="Arial"/>
                        </a:rPr>
                        <a:t>2 of 4 questions</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00" b="0">
                          <a:solidFill>
                            <a:srgbClr val="1C2D44"/>
                          </a:solidFill>
                          <a:latin typeface="Arial"/>
                          <a:ea typeface="Arial"/>
                          <a:cs typeface="Arial"/>
                        </a:rPr>
                        <a:t>Small Legacy Shop fixture</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833438">
                <a:tc>
                  <a:txBody>
                    <a:bodyPr lIns="114300" tIns="114300" rIns="114300" bIns="114300"/>
                    <a:lstStyle/>
                    <a:p>
                      <a:r>
                        <a:rPr sz="1800" b="0">
                          <a:solidFill>
                            <a:srgbClr val="1C2D44"/>
                          </a:solidFill>
                          <a:latin typeface="Arial"/>
                          <a:ea typeface="Arial"/>
                          <a:cs typeface="Arial"/>
                        </a:rPr>
                        <a:t>Relevant source excerpt in top 3</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4 of 4 questions</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Module excerpt may cover the expected function</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833438">
                <a:tc>
                  <a:txBody>
                    <a:bodyPr lIns="114300" tIns="114300" rIns="114300" bIns="114300"/>
                    <a:lstStyle/>
                    <a:p>
                      <a:r>
                        <a:rPr sz="1800" b="0">
                          <a:solidFill>
                            <a:srgbClr val="1C2D44"/>
                          </a:solidFill>
                          <a:latin typeface="Arial"/>
                          <a:ea typeface="Arial"/>
                          <a:cs typeface="Arial"/>
                        </a:rPr>
                        <a:t>Recorded AI question latency</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00" b="0">
                          <a:solidFill>
                            <a:srgbClr val="1C2D44"/>
                          </a:solidFill>
                          <a:latin typeface="Arial"/>
                          <a:ea typeface="Arial"/>
                          <a:cs typeface="Arial"/>
                        </a:rPr>
                        <a:t>24.73 seconds</a:t>
                      </a:r>
                    </a:p>
                  </a:txBody>
                  <a:tcPr marL="91440" marR="91440" marT="45720" marB="45720" anchor="ctr">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00" b="0">
                          <a:solidFill>
                            <a:srgbClr val="1C2D44"/>
                          </a:solidFill>
                          <a:latin typeface="Arial"/>
                          <a:ea typeface="Arial"/>
                          <a:cs typeface="Arial"/>
                        </a:rPr>
                        <a:t>One CPU inference example</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833438">
                <a:tc>
                  <a:txBody>
                    <a:bodyPr lIns="114300" tIns="114300" rIns="114300" bIns="114300"/>
                    <a:lstStyle/>
                    <a:p>
                      <a:r>
                        <a:rPr sz="1800" b="0">
                          <a:solidFill>
                            <a:srgbClr val="1C2D44"/>
                          </a:solidFill>
                          <a:latin typeface="Arial"/>
                          <a:ea typeface="Arial"/>
                          <a:cs typeface="Arial"/>
                        </a:rPr>
                        <a:t>Application self-analysis</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22 modules, 118 functions</a:t>
                      </a:r>
                    </a:p>
                  </a:txBody>
                  <a:tcPr marL="91440" marR="91440" marT="45720" marB="45720" anchor="ctr">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Saved implementation snapshot, no parse errors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bl>
          </a:graphicData>
        </a:graphic>
      </p:graphicFrame>
    </p:spTree>
    <p:extLst>
      <p:ext uri="{BB962C8B-B14F-4D97-AF65-F5344CB8AC3E}">
        <p14:creationId xmlns:p14="http://schemas.microsoft.com/office/powerpoint/2010/main" val="1624354600"/>
      </p:ext>
    </p:extLst>
  </p:cSld>
</p:sld>
</file>

<file path=ppt/slides/slide2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559E509-84A1-42C5-8029-3C65E7A73E1A}"/>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Limitations and future work</a:t>
            </a:r>
          </a:p>
        </p:txBody>
      </p:sp>
      <p:sp>
        <p:nvSpPr>
          <p:cNvPr id="2" name="">
            <a:extLst xmlns:a="http://schemas.openxmlformats.org/drawingml/2006/main">
              <a:ext uri="{FF2B5EF4-FFF2-40B4-BE49-F238E27FC236}">
                <a16:creationId xmlns:a16="http://schemas.microsoft.com/office/drawing/2014/main" id="{10DFBF9D-94BD-4D21-AEC2-26255F177EBF}"/>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67729354-28BB-4D33-9154-44BB675DEC5D}"/>
              </a:ext>
            </a:extLst>
          </p:cNvPr>
          <p:cNvPicPr>
            <a:picLocks xmlns:a="http://schemas.openxmlformats.org/drawingml/2006/main" noChangeAspect="1"/>
          </p:cNvPicPr>
          <p:nvPr/>
        </p:nvPicPr>
        <p:blipFill>
          <a:blip xmlns:r="http://schemas.openxmlformats.org/officeDocument/2006/relationships" xmlns:a="http://schemas.openxmlformats.org/drawingml/2006/main" r:embed="R4f1dc7afd0094f48"/>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F31F87-704E-48C7-8C1B-80326C00C266}"/>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D7F06C34-0238-4BD2-8303-AB17E1273547}"/>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D6A98522-73A3-4B15-9512-D12A06B469ED}"/>
              </a:ext>
            </a:extLst>
          </p:cNvPr>
          <p:cNvSpPr>
            <a:spLocks xmlns:a="http://schemas.openxmlformats.org/drawingml/2006/main" noGrp="1"/>
          </p:cNvSpPr>
          <p:nvPr/>
        </p:nvSpPr>
        <p:spPr>
          <a:xfrm xmlns:a="http://schemas.openxmlformats.org/drawingml/2006/main">
            <a:off x="714375" y="15240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6F1D15B-A069-4734-A043-B2241659BC88}"/>
              </a:ext>
            </a:extLst>
          </p:cNvPr>
          <p:cNvSpPr>
            <a:spLocks xmlns:a="http://schemas.openxmlformats.org/drawingml/2006/main" noGrp="1"/>
          </p:cNvSpPr>
          <p:nvPr/>
        </p:nvSpPr>
        <p:spPr>
          <a:xfrm xmlns:a="http://schemas.openxmlformats.org/drawingml/2006/main">
            <a:off x="1619250" y="152400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Dynamic Python behavior leaves some calls unresolved.</a:t>
            </a:r>
          </a:p>
        </p:txBody>
      </p:sp>
      <p:sp>
        <p:nvSpPr>
          <p:cNvPr id="8" name="">
            <a:extLst xmlns:a="http://schemas.openxmlformats.org/drawingml/2006/main">
              <a:ext uri="{FF2B5EF4-FFF2-40B4-BE49-F238E27FC236}">
                <a16:creationId xmlns:a16="http://schemas.microsoft.com/office/drawing/2014/main" id="{696A291A-BA90-4B4B-A15F-A484E5B495BC}"/>
              </a:ext>
            </a:extLst>
          </p:cNvPr>
          <p:cNvSpPr>
            <a:spLocks xmlns:a="http://schemas.openxmlformats.org/drawingml/2006/main" noGrp="1"/>
          </p:cNvSpPr>
          <p:nvPr/>
        </p:nvSpPr>
        <p:spPr>
          <a:xfrm xmlns:a="http://schemas.openxmlformats.org/drawingml/2006/main">
            <a:off x="714375" y="25527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1CB5EE9-EBEC-465A-9BE7-17775D03BA81}"/>
              </a:ext>
            </a:extLst>
          </p:cNvPr>
          <p:cNvSpPr>
            <a:spLocks xmlns:a="http://schemas.openxmlformats.org/drawingml/2006/main" noGrp="1"/>
          </p:cNvSpPr>
          <p:nvPr/>
        </p:nvSpPr>
        <p:spPr>
          <a:xfrm xmlns:a="http://schemas.openxmlformats.org/drawingml/2006/main">
            <a:off x="1619250" y="255270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Unused-code and complexity findings require developer review.</a:t>
            </a:r>
          </a:p>
        </p:txBody>
      </p:sp>
      <p:sp>
        <p:nvSpPr>
          <p:cNvPr id="10" name="">
            <a:extLst xmlns:a="http://schemas.openxmlformats.org/drawingml/2006/main">
              <a:ext uri="{FF2B5EF4-FFF2-40B4-BE49-F238E27FC236}">
                <a16:creationId xmlns:a16="http://schemas.microsoft.com/office/drawing/2014/main" id="{2320051F-5B6F-4FB9-A1F5-492CF8D548AC}"/>
              </a:ext>
            </a:extLst>
          </p:cNvPr>
          <p:cNvSpPr>
            <a:spLocks xmlns:a="http://schemas.openxmlformats.org/drawingml/2006/main" noGrp="1"/>
          </p:cNvSpPr>
          <p:nvPr/>
        </p:nvSpPr>
        <p:spPr>
          <a:xfrm xmlns:a="http://schemas.openxmlformats.org/drawingml/2006/main">
            <a:off x="714375" y="3581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069B972-DF27-4B32-A234-48FB3CBB425B}"/>
              </a:ext>
            </a:extLst>
          </p:cNvPr>
          <p:cNvSpPr>
            <a:spLocks xmlns:a="http://schemas.openxmlformats.org/drawingml/2006/main" noGrp="1"/>
          </p:cNvSpPr>
          <p:nvPr/>
        </p:nvSpPr>
        <p:spPr>
          <a:xfrm xmlns:a="http://schemas.openxmlformats.org/drawingml/2006/main">
            <a:off x="1619250" y="358140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Small-model answers can be incorrect or cite the wrong excerpt.</a:t>
            </a:r>
          </a:p>
        </p:txBody>
      </p:sp>
      <p:sp>
        <p:nvSpPr>
          <p:cNvPr id="12" name="">
            <a:extLst xmlns:a="http://schemas.openxmlformats.org/drawingml/2006/main">
              <a:ext uri="{FF2B5EF4-FFF2-40B4-BE49-F238E27FC236}">
                <a16:creationId xmlns:a16="http://schemas.microsoft.com/office/drawing/2014/main" id="{8DF787C1-CE0E-4767-BA0C-E00ACD406C5E}"/>
              </a:ext>
            </a:extLst>
          </p:cNvPr>
          <p:cNvSpPr>
            <a:spLocks xmlns:a="http://schemas.openxmlformats.org/drawingml/2006/main" noGrp="1"/>
          </p:cNvSpPr>
          <p:nvPr/>
        </p:nvSpPr>
        <p:spPr>
          <a:xfrm xmlns:a="http://schemas.openxmlformats.org/drawingml/2006/main">
            <a:off x="714375" y="46101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9553D686-C08A-47D8-AA26-2359F7788246}"/>
              </a:ext>
            </a:extLst>
          </p:cNvPr>
          <p:cNvSpPr>
            <a:spLocks xmlns:a="http://schemas.openxmlformats.org/drawingml/2006/main" noGrp="1"/>
          </p:cNvSpPr>
          <p:nvPr/>
        </p:nvSpPr>
        <p:spPr>
          <a:xfrm xmlns:a="http://schemas.openxmlformats.org/drawingml/2006/main">
            <a:off x="1619250" y="461010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Broader repository testing and accuracy evaluation remain.</a:t>
            </a:r>
          </a:p>
        </p:txBody>
      </p:sp>
      <p:sp>
        <p:nvSpPr>
          <p:cNvPr id="14" name="">
            <a:extLst xmlns:a="http://schemas.openxmlformats.org/drawingml/2006/main">
              <a:ext uri="{FF2B5EF4-FFF2-40B4-BE49-F238E27FC236}">
                <a16:creationId xmlns:a16="http://schemas.microsoft.com/office/drawing/2014/main" id="{CD8FC880-10B9-4034-B768-5863E29452D3}"/>
              </a:ext>
            </a:extLst>
          </p:cNvPr>
          <p:cNvSpPr>
            <a:spLocks xmlns:a="http://schemas.openxmlformats.org/drawingml/2006/main" noGrp="1"/>
          </p:cNvSpPr>
          <p:nvPr/>
        </p:nvSpPr>
        <p:spPr>
          <a:xfrm xmlns:a="http://schemas.openxmlformats.org/drawingml/2006/main">
            <a:off x="714375" y="56388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009C9E"/>
                </a:solidFill>
                <a:latin typeface="Arial"/>
                <a:ea typeface="Arial"/>
                <a:cs typeface="Arial"/>
              </a:defRPr>
            </a:defPPr>
            <a:lvl1pPr algn="l">
              <a:defRPr sz="2100" b="1">
                <a:solidFill>
                  <a:srgbClr val="009C9E"/>
                </a:solidFill>
                <a:latin typeface="Arial"/>
                <a:ea typeface="Arial"/>
                <a:cs typeface="Arial"/>
              </a:defRPr>
            </a:lvl1pPr>
            <a:lvl2pPr algn="l">
              <a:defRPr sz="2100" b="1">
                <a:solidFill>
                  <a:srgbClr val="009C9E"/>
                </a:solidFill>
                <a:latin typeface="Arial"/>
                <a:ea typeface="Arial"/>
                <a:cs typeface="Arial"/>
              </a:defRPr>
            </a:lvl2pPr>
            <a:lvl3pPr algn="l">
              <a:defRPr sz="2100" b="1">
                <a:solidFill>
                  <a:srgbClr val="009C9E"/>
                </a:solidFill>
                <a:latin typeface="Arial"/>
                <a:ea typeface="Arial"/>
                <a:cs typeface="Arial"/>
              </a:defRPr>
            </a:lvl3pPr>
            <a:lvl4pPr algn="l">
              <a:defRPr sz="2100" b="1">
                <a:solidFill>
                  <a:srgbClr val="009C9E"/>
                </a:solidFill>
                <a:latin typeface="Arial"/>
                <a:ea typeface="Arial"/>
                <a:cs typeface="Arial"/>
              </a:defRPr>
            </a:lvl4pPr>
            <a:lvl5pPr algn="l">
              <a:defRPr sz="2100" b="1">
                <a:solidFill>
                  <a:srgbClr val="009C9E"/>
                </a:solidFill>
                <a:latin typeface="Arial"/>
                <a:ea typeface="Arial"/>
                <a:cs typeface="Arial"/>
              </a:defRPr>
            </a:lvl5pPr>
            <a:lvl6pPr algn="l">
              <a:defRPr sz="2100" b="1">
                <a:solidFill>
                  <a:srgbClr val="009C9E"/>
                </a:solidFill>
                <a:latin typeface="Arial"/>
                <a:ea typeface="Arial"/>
                <a:cs typeface="Arial"/>
              </a:defRPr>
            </a:lvl6pPr>
            <a:lvl7pPr algn="l">
              <a:defRPr sz="2100" b="1">
                <a:solidFill>
                  <a:srgbClr val="009C9E"/>
                </a:solidFill>
                <a:latin typeface="Arial"/>
                <a:ea typeface="Arial"/>
                <a:cs typeface="Arial"/>
              </a:defRPr>
            </a:lvl7pPr>
            <a:lvl8pPr algn="l">
              <a:defRPr sz="2100" b="1">
                <a:solidFill>
                  <a:srgbClr val="009C9E"/>
                </a:solidFill>
                <a:latin typeface="Arial"/>
                <a:ea typeface="Arial"/>
                <a:cs typeface="Arial"/>
              </a:defRPr>
            </a:lvl8pPr>
            <a:lvl9pPr algn="l">
              <a:defRPr sz="2100" b="1">
                <a:solidFill>
                  <a:srgbClr val="009C9E"/>
                </a:solidFill>
                <a:latin typeface="Arial"/>
                <a:ea typeface="Arial"/>
                <a:cs typeface="Arial"/>
              </a:defRPr>
            </a:lvl9pPr>
          </a:lstStyle>
          <a:p xmlns:a="http://schemas.openxmlformats.org/drawingml/2006/main">
            <a:pPr algn="l">
              <a:defRPr sz="2100" b="1">
                <a:solidFill>
                  <a:srgbClr val="009C9E"/>
                </a:solidFill>
                <a:latin typeface="Arial"/>
                <a:ea typeface="Arial"/>
                <a:cs typeface="Arial"/>
              </a:defRPr>
            </a:pPr>
            <a:r>
              <a:rPr sz="2100" b="1">
                <a:solidFill>
                  <a:srgbClr val="009C9E"/>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7B058771-C43D-44D1-9AA1-AD503104F6EF}"/>
              </a:ext>
            </a:extLst>
          </p:cNvPr>
          <p:cNvSpPr>
            <a:spLocks xmlns:a="http://schemas.openxmlformats.org/drawingml/2006/main" noGrp="1"/>
          </p:cNvSpPr>
          <p:nvPr/>
        </p:nvSpPr>
        <p:spPr>
          <a:xfrm xmlns:a="http://schemas.openxmlformats.org/drawingml/2006/main">
            <a:off x="1619250" y="563880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C2D44"/>
                </a:solidFill>
                <a:latin typeface="Arial"/>
                <a:ea typeface="Arial"/>
                <a:cs typeface="Arial"/>
              </a:defRPr>
            </a:defPPr>
            <a:lvl1pPr algn="l">
              <a:defRPr sz="2100" b="0">
                <a:solidFill>
                  <a:srgbClr val="1C2D44"/>
                </a:solidFill>
                <a:latin typeface="Arial"/>
                <a:ea typeface="Arial"/>
                <a:cs typeface="Arial"/>
              </a:defRPr>
            </a:lvl1pPr>
            <a:lvl2pPr algn="l">
              <a:defRPr sz="2100" b="0">
                <a:solidFill>
                  <a:srgbClr val="1C2D44"/>
                </a:solidFill>
                <a:latin typeface="Arial"/>
                <a:ea typeface="Arial"/>
                <a:cs typeface="Arial"/>
              </a:defRPr>
            </a:lvl2pPr>
            <a:lvl3pPr algn="l">
              <a:defRPr sz="2100" b="0">
                <a:solidFill>
                  <a:srgbClr val="1C2D44"/>
                </a:solidFill>
                <a:latin typeface="Arial"/>
                <a:ea typeface="Arial"/>
                <a:cs typeface="Arial"/>
              </a:defRPr>
            </a:lvl3pPr>
            <a:lvl4pPr algn="l">
              <a:defRPr sz="2100" b="0">
                <a:solidFill>
                  <a:srgbClr val="1C2D44"/>
                </a:solidFill>
                <a:latin typeface="Arial"/>
                <a:ea typeface="Arial"/>
                <a:cs typeface="Arial"/>
              </a:defRPr>
            </a:lvl4pPr>
            <a:lvl5pPr algn="l">
              <a:defRPr sz="2100" b="0">
                <a:solidFill>
                  <a:srgbClr val="1C2D44"/>
                </a:solidFill>
                <a:latin typeface="Arial"/>
                <a:ea typeface="Arial"/>
                <a:cs typeface="Arial"/>
              </a:defRPr>
            </a:lvl5pPr>
            <a:lvl6pPr algn="l">
              <a:defRPr sz="2100" b="0">
                <a:solidFill>
                  <a:srgbClr val="1C2D44"/>
                </a:solidFill>
                <a:latin typeface="Arial"/>
                <a:ea typeface="Arial"/>
                <a:cs typeface="Arial"/>
              </a:defRPr>
            </a:lvl6pPr>
            <a:lvl7pPr algn="l">
              <a:defRPr sz="2100" b="0">
                <a:solidFill>
                  <a:srgbClr val="1C2D44"/>
                </a:solidFill>
                <a:latin typeface="Arial"/>
                <a:ea typeface="Arial"/>
                <a:cs typeface="Arial"/>
              </a:defRPr>
            </a:lvl7pPr>
            <a:lvl8pPr algn="l">
              <a:defRPr sz="2100" b="0">
                <a:solidFill>
                  <a:srgbClr val="1C2D44"/>
                </a:solidFill>
                <a:latin typeface="Arial"/>
                <a:ea typeface="Arial"/>
                <a:cs typeface="Arial"/>
              </a:defRPr>
            </a:lvl8pPr>
            <a:lvl9pPr algn="l">
              <a:defRPr sz="2100" b="0">
                <a:solidFill>
                  <a:srgbClr val="1C2D44"/>
                </a:solidFill>
                <a:latin typeface="Arial"/>
                <a:ea typeface="Arial"/>
                <a:cs typeface="Arial"/>
              </a:defRPr>
            </a:lvl9pPr>
          </a:lstStyle>
          <a:p xmlns:a="http://schemas.openxmlformats.org/drawingml/2006/main">
            <a:pPr algn="l">
              <a:defRPr sz="2100" b="0">
                <a:solidFill>
                  <a:srgbClr val="1C2D44"/>
                </a:solidFill>
                <a:latin typeface="Arial"/>
                <a:ea typeface="Arial"/>
                <a:cs typeface="Arial"/>
              </a:defRPr>
            </a:pPr>
            <a:r>
              <a:rPr sz="2100" b="0">
                <a:solidFill>
                  <a:srgbClr val="1C2D44"/>
                </a:solidFill>
                <a:latin typeface="Arial"/>
                <a:ea typeface="Arial"/>
                <a:cs typeface="Arial"/>
              </a:rPr>
              <a:t>Other languages, Git URL import, accounts, and live watching are future work.</a:t>
            </a:r>
          </a:p>
        </p:txBody>
      </p:sp>
    </p:spTree>
    <p:extLst>
      <p:ext uri="{BB962C8B-B14F-4D97-AF65-F5344CB8AC3E}">
        <p14:creationId xmlns:p14="http://schemas.microsoft.com/office/powerpoint/2010/main" val="784846124"/>
      </p:ext>
    </p:extLst>
  </p:cSld>
</p:sld>
</file>

<file path=ppt/slides/slide2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3DF4A8-9451-438D-91A9-4361DF4C8BFB}"/>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Project status and presentation roles</a:t>
            </a:r>
          </a:p>
        </p:txBody>
      </p:sp>
      <p:sp>
        <p:nvSpPr>
          <p:cNvPr id="2" name="">
            <a:extLst xmlns:a="http://schemas.openxmlformats.org/drawingml/2006/main">
              <a:ext uri="{FF2B5EF4-FFF2-40B4-BE49-F238E27FC236}">
                <a16:creationId xmlns:a16="http://schemas.microsoft.com/office/drawing/2014/main" id="{3C459586-7941-4EB1-B02F-BB9608DE2BD5}"/>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F3C845CF-E763-4E2F-A1B8-625F4820F8D3}"/>
              </a:ext>
            </a:extLst>
          </p:cNvPr>
          <p:cNvPicPr>
            <a:picLocks xmlns:a="http://schemas.openxmlformats.org/drawingml/2006/main" noChangeAspect="1"/>
          </p:cNvPicPr>
          <p:nvPr/>
        </p:nvPicPr>
        <p:blipFill>
          <a:blip xmlns:r="http://schemas.openxmlformats.org/officeDocument/2006/relationships" xmlns:a="http://schemas.openxmlformats.org/drawingml/2006/main" r:embed="R136826745f2245eb"/>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DB3695D-61A3-486C-B1DC-C2219C71946D}"/>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C7C18A06-8BCC-4DA8-9449-0BEE94D18840}"/>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26</a:t>
            </a:r>
          </a:p>
        </p:txBody>
      </p:sp>
      <p:graphicFrame>
        <p:nvGraphicFramePr>
          <p:cNvPr id="6" name="">
            <a:extLst xmlns:a="http://schemas.openxmlformats.org/drawingml/2006/main">
              <a:ext uri="{FF2B5EF4-FFF2-40B4-BE49-F238E27FC236}">
                <a16:creationId xmlns:a16="http://schemas.microsoft.com/office/drawing/2014/main" id="{C789D6E7-0AFC-48FE-9BF5-7862C02B05E3}"/>
              </a:ext>
            </a:extLst>
          </p:cNvPr>
          <p:cNvGraphicFramePr/>
          <p:nvPr/>
        </p:nvGraphicFramePr>
        <p:xfrm>
          <a:off xmlns:a="http://schemas.openxmlformats.org/drawingml/2006/main" x="609600" y="1524000"/>
          <a:ext xmlns:a="http://schemas.openxmlformats.org/drawingml/2006/main" cx="12496800" cy="5048250"/>
        </p:xfrm>
        <a:graphic xmlns:a="http://schemas.openxmlformats.org/drawingml/2006/main">
          <a:graphicData uri="http://schemas.openxmlformats.org/drawingml/2006/table">
            <a:tbl>
              <a:tblPr/>
              <a:tblGrid>
                <a:gridCol w="4381500"/>
                <a:gridCol w="8115300"/>
              </a:tblGrid>
              <a:tr h="721179">
                <a:tc>
                  <a:txBody>
                    <a:bodyPr lIns="114300" tIns="114300" rIns="114300" bIns="114300"/>
                    <a:lstStyle/>
                    <a:p>
                      <a:r>
                        <a:rPr sz="1800" b="1">
                          <a:solidFill>
                            <a:srgbClr val="FFFFFF"/>
                          </a:solidFill>
                          <a:latin typeface="Arial"/>
                          <a:ea typeface="Arial"/>
                          <a:cs typeface="Arial"/>
                        </a:rPr>
                        <a:t>Area</a:t>
                      </a:r>
                    </a:p>
                  </a:txBody>
                  <a:tcPr marL="91440" marR="91440" marT="45720" marB="45720" anchor="ctr">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c>
                  <a:txBody>
                    <a:bodyPr lIns="114300" tIns="114300" rIns="114300" bIns="114300"/>
                    <a:lstStyle/>
                    <a:p>
                      <a:r>
                        <a:rPr sz="1800" b="1">
                          <a:solidFill>
                            <a:srgbClr val="FFFFFF"/>
                          </a:solidFill>
                          <a:latin typeface="Arial"/>
                          <a:ea typeface="Arial"/>
                          <a:cs typeface="Arial"/>
                        </a:rPr>
                        <a:t>Current status</a:t>
                      </a:r>
                    </a:p>
                  </a:txBody>
                  <a:tcPr marL="91440" marR="91440" marT="45720" marB="45720" anchor="ctr">
                    <a:lnR w="9525">
                      <a:solidFill>
                        <a:srgbClr val="D4DFE7"/>
                      </a:solidFill>
                      <a:prstDash val="solid"/>
                    </a:lnR>
                    <a:lnT w="9525">
                      <a:solidFill>
                        <a:srgbClr val="D4DFE7"/>
                      </a:solidFill>
                      <a:prstDash val="solid"/>
                    </a:lnT>
                    <a:lnB w="9525">
                      <a:solidFill>
                        <a:srgbClr val="D4DFE7"/>
                      </a:solidFill>
                      <a:prstDash val="solid"/>
                    </a:lnB>
                    <a:solidFill>
                      <a:srgbClr val="14233B"/>
                    </a:solidFill>
                  </a:tcPr>
                </a:tc>
              </a:tr>
              <a:tr h="721179">
                <a:tc>
                  <a:txBody>
                    <a:bodyPr lIns="114300" tIns="114300" rIns="114300" bIns="114300"/>
                    <a:lstStyle/>
                    <a:p>
                      <a:r>
                        <a:rPr sz="1800" b="0">
                          <a:solidFill>
                            <a:srgbClr val="1C2D44"/>
                          </a:solidFill>
                          <a:latin typeface="Arial"/>
                          <a:ea typeface="Arial"/>
                          <a:cs typeface="Arial"/>
                        </a:rPr>
                        <a:t>Analysis foundation</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Implemented and covered by regression tests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800" b="0">
                          <a:solidFill>
                            <a:srgbClr val="1C2D44"/>
                          </a:solidFill>
                          <a:latin typeface="Arial"/>
                          <a:ea typeface="Arial"/>
                          <a:cs typeface="Arial"/>
                        </a:rPr>
                        <a:t>Local AI and semantic interface</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00" b="0">
                          <a:solidFill>
                            <a:srgbClr val="1C2D44"/>
                          </a:solidFill>
                          <a:latin typeface="Arial"/>
                          <a:ea typeface="Arial"/>
                          <a:cs typeface="Arial"/>
                        </a:rPr>
                        <a:t>Implemented and exercised with actual local models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721179">
                <a:tc>
                  <a:txBody>
                    <a:bodyPr lIns="114300" tIns="114300" rIns="114300" bIns="114300"/>
                    <a:lstStyle/>
                    <a:p>
                      <a:r>
                        <a:rPr sz="1800" b="0">
                          <a:solidFill>
                            <a:srgbClr val="1C2D44"/>
                          </a:solidFill>
                          <a:latin typeface="Arial"/>
                          <a:ea typeface="Arial"/>
                          <a:cs typeface="Arial"/>
                        </a:rPr>
                        <a:t>Broader evaluation</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Remaining work on additional repositories and reviewed answers</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800" b="0">
                          <a:solidFill>
                            <a:srgbClr val="1C2D44"/>
                          </a:solidFill>
                          <a:latin typeface="Arial"/>
                          <a:ea typeface="Arial"/>
                          <a:cs typeface="Arial"/>
                        </a:rPr>
                        <a:t>Vishal Kumar Jangir</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00" b="0">
                          <a:solidFill>
                            <a:srgbClr val="1C2D44"/>
                          </a:solidFill>
                          <a:latin typeface="Arial"/>
                          <a:ea typeface="Arial"/>
                          <a:cs typeface="Arial"/>
                        </a:rPr>
                        <a:t>Suggested sections: problem, objectives, literature</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r h="721179">
                <a:tc>
                  <a:txBody>
                    <a:bodyPr lIns="114300" tIns="114300" rIns="114300" bIns="114300"/>
                    <a:lstStyle/>
                    <a:p>
                      <a:r>
                        <a:rPr sz="1800" b="0">
                          <a:solidFill>
                            <a:srgbClr val="1C2D44"/>
                          </a:solidFill>
                          <a:latin typeface="Arial"/>
                          <a:ea typeface="Arial"/>
                          <a:cs typeface="Arial"/>
                        </a:rPr>
                        <a:t>Syed Mudassir</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14300" tIns="114300" rIns="114300" bIns="114300"/>
                    <a:lstStyle/>
                    <a:p>
                      <a:r>
                        <a:rPr sz="1800" b="0">
                          <a:solidFill>
                            <a:srgbClr val="1C2D44"/>
                          </a:solidFill>
                          <a:latin typeface="Arial"/>
                          <a:ea typeface="Arial"/>
                          <a:cs typeface="Arial"/>
                        </a:rPr>
                        <a:t>Suggested sections: architecture, DFDs, use cases, data design</a:t>
                      </a:r>
                    </a:p>
                  </a:txBody>
                  <a:tcPr marL="91440" marR="91440" marT="45720" marB="45720" anchor="ctr">
                    <a:lnR w="9525">
                      <a:solidFill>
                        <a:srgbClr val="D4DFE7"/>
                      </a:solidFill>
                      <a:prstDash val="solid"/>
                    </a:lnR>
                    <a:lnB w="9525">
                      <a:solidFill>
                        <a:srgbClr val="D4DFE7"/>
                      </a:solidFill>
                      <a:prstDash val="solid"/>
                    </a:lnB>
                    <a:solidFill>
                      <a:srgbClr val="FFFFFF"/>
                    </a:solidFill>
                  </a:tcPr>
                </a:tc>
              </a:tr>
              <a:tr h="721179">
                <a:tc>
                  <a:txBody>
                    <a:bodyPr lIns="114300" tIns="114300" rIns="114300" bIns="114300"/>
                    <a:lstStyle/>
                    <a:p>
                      <a:r>
                        <a:rPr sz="1800" b="0">
                          <a:solidFill>
                            <a:srgbClr val="1C2D44"/>
                          </a:solidFill>
                          <a:latin typeface="Arial"/>
                          <a:ea typeface="Arial"/>
                          <a:cs typeface="Arial"/>
                        </a:rPr>
                        <a:t>Junaid Pasha</a:t>
                      </a:r>
                    </a:p>
                  </a:txBody>
                  <a:tcPr marL="91440" marR="91440" marT="45720" marB="45720" anchor="ctr">
                    <a:lnL w="9525">
                      <a:solidFill>
                        <a:srgbClr val="D4DFE7"/>
                      </a:solidFill>
                      <a:prstDash val="solid"/>
                    </a:lnL>
                    <a:lnR w="9525">
                      <a:solidFill>
                        <a:srgbClr val="D4DFE7"/>
                      </a:solidFill>
                      <a:prstDash val="solid"/>
                    </a:lnR>
                    <a:lnB w="9525">
                      <a:solidFill>
                        <a:srgbClr val="D4DFE7"/>
                      </a:solidFill>
                      <a:prstDash val="solid"/>
                    </a:lnB>
                    <a:solidFill>
                      <a:srgbClr val="EDF3F6"/>
                    </a:solidFill>
                  </a:tcPr>
                </a:tc>
                <a:tc>
                  <a:txBody>
                    <a:bodyPr lIns="114300" tIns="114300" rIns="114300" bIns="114300"/>
                    <a:lstStyle/>
                    <a:p>
                      <a:r>
                        <a:rPr sz="1800" b="0">
                          <a:solidFill>
                            <a:srgbClr val="1C2D44"/>
                          </a:solidFill>
                          <a:latin typeface="Arial"/>
                          <a:ea typeface="Arial"/>
                          <a:cs typeface="Arial"/>
                        </a:rPr>
                        <a:t>Suggested sections: implementation, demo, results, limitations</a:t>
                      </a:r>
                    </a:p>
                  </a:txBody>
                  <a:tcPr marL="91440" marR="91440" marT="45720" marB="45720" anchor="ctr">
                    <a:lnR w="9525">
                      <a:solidFill>
                        <a:srgbClr val="D4DFE7"/>
                      </a:solidFill>
                      <a:prstDash val="solid"/>
                    </a:lnR>
                    <a:lnB w="9525">
                      <a:solidFill>
                        <a:srgbClr val="D4DFE7"/>
                      </a:solidFill>
                      <a:prstDash val="solid"/>
                    </a:lnB>
                    <a:solidFill>
                      <a:srgbClr val="EDF3F6"/>
                    </a:solidFill>
                  </a:tcPr>
                </a:tc>
              </a:tr>
            </a:tbl>
          </a:graphicData>
        </a:graphic>
      </p:graphicFrame>
    </p:spTree>
    <p:extLst>
      <p:ext uri="{BB962C8B-B14F-4D97-AF65-F5344CB8AC3E}">
        <p14:creationId xmlns:p14="http://schemas.microsoft.com/office/powerpoint/2010/main" val="1382020663"/>
      </p:ext>
    </p:extLst>
  </p:cSld>
</p:sld>
</file>

<file path=ppt/slides/slide2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3AED63-A356-4713-8295-B7A24ADD755E}"/>
              </a:ext>
            </a:extLst>
          </p:cNvPr>
          <p:cNvSpPr>
            <a:spLocks xmlns:a="http://schemas.openxmlformats.org/drawingml/2006/main" noGrp="1"/>
          </p:cNvSpPr>
          <p:nvPr/>
        </p:nvSpPr>
        <p:spPr>
          <a:xfrm xmlns:a="http://schemas.openxmlformats.org/drawingml/2006/main">
            <a:off x="609600" y="333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4233B"/>
                </a:solidFill>
                <a:latin typeface="Georgia"/>
                <a:ea typeface="Georgia"/>
                <a:cs typeface="Georgia"/>
              </a:defRPr>
            </a:defPPr>
            <a:lvl1pPr algn="l">
              <a:defRPr sz="3225" b="1">
                <a:solidFill>
                  <a:srgbClr val="14233B"/>
                </a:solidFill>
                <a:latin typeface="Georgia"/>
                <a:ea typeface="Georgia"/>
                <a:cs typeface="Georgia"/>
              </a:defRPr>
            </a:lvl1pPr>
            <a:lvl2pPr algn="l">
              <a:defRPr sz="3225" b="1">
                <a:solidFill>
                  <a:srgbClr val="14233B"/>
                </a:solidFill>
                <a:latin typeface="Georgia"/>
                <a:ea typeface="Georgia"/>
                <a:cs typeface="Georgia"/>
              </a:defRPr>
            </a:lvl2pPr>
            <a:lvl3pPr algn="l">
              <a:defRPr sz="3225" b="1">
                <a:solidFill>
                  <a:srgbClr val="14233B"/>
                </a:solidFill>
                <a:latin typeface="Georgia"/>
                <a:ea typeface="Georgia"/>
                <a:cs typeface="Georgia"/>
              </a:defRPr>
            </a:lvl3pPr>
            <a:lvl4pPr algn="l">
              <a:defRPr sz="3225" b="1">
                <a:solidFill>
                  <a:srgbClr val="14233B"/>
                </a:solidFill>
                <a:latin typeface="Georgia"/>
                <a:ea typeface="Georgia"/>
                <a:cs typeface="Georgia"/>
              </a:defRPr>
            </a:lvl4pPr>
            <a:lvl5pPr algn="l">
              <a:defRPr sz="3225" b="1">
                <a:solidFill>
                  <a:srgbClr val="14233B"/>
                </a:solidFill>
                <a:latin typeface="Georgia"/>
                <a:ea typeface="Georgia"/>
                <a:cs typeface="Georgia"/>
              </a:defRPr>
            </a:lvl5pPr>
            <a:lvl6pPr algn="l">
              <a:defRPr sz="3225" b="1">
                <a:solidFill>
                  <a:srgbClr val="14233B"/>
                </a:solidFill>
                <a:latin typeface="Georgia"/>
                <a:ea typeface="Georgia"/>
                <a:cs typeface="Georgia"/>
              </a:defRPr>
            </a:lvl6pPr>
            <a:lvl7pPr algn="l">
              <a:defRPr sz="3225" b="1">
                <a:solidFill>
                  <a:srgbClr val="14233B"/>
                </a:solidFill>
                <a:latin typeface="Georgia"/>
                <a:ea typeface="Georgia"/>
                <a:cs typeface="Georgia"/>
              </a:defRPr>
            </a:lvl7pPr>
            <a:lvl8pPr algn="l">
              <a:defRPr sz="3225" b="1">
                <a:solidFill>
                  <a:srgbClr val="14233B"/>
                </a:solidFill>
                <a:latin typeface="Georgia"/>
                <a:ea typeface="Georgia"/>
                <a:cs typeface="Georgia"/>
              </a:defRPr>
            </a:lvl8pPr>
            <a:lvl9pPr algn="l">
              <a:defRPr sz="3225" b="1">
                <a:solidFill>
                  <a:srgbClr val="14233B"/>
                </a:solidFill>
                <a:latin typeface="Georgia"/>
                <a:ea typeface="Georgia"/>
                <a:cs typeface="Georgia"/>
              </a:defRPr>
            </a:lvl9pPr>
          </a:lstStyle>
          <a:p xmlns:a="http://schemas.openxmlformats.org/drawingml/2006/main">
            <a:pPr algn="l">
              <a:defRPr sz="3225" b="1">
                <a:solidFill>
                  <a:srgbClr val="14233B"/>
                </a:solidFill>
                <a:latin typeface="Georgia"/>
                <a:ea typeface="Georgia"/>
                <a:cs typeface="Georgia"/>
              </a:defRPr>
            </a:pPr>
            <a:r>
              <a:rPr sz="3225" b="1">
                <a:solidFill>
                  <a:srgbClr val="14233B"/>
                </a:solidFill>
                <a:latin typeface="Georgia"/>
                <a:ea typeface="Georgia"/>
                <a:cs typeface="Georgia"/>
              </a:rPr>
              <a:t>References</a:t>
            </a:r>
          </a:p>
        </p:txBody>
      </p:sp>
      <p:sp>
        <p:nvSpPr>
          <p:cNvPr id="2" name="">
            <a:extLst xmlns:a="http://schemas.openxmlformats.org/drawingml/2006/main">
              <a:ext uri="{FF2B5EF4-FFF2-40B4-BE49-F238E27FC236}">
                <a16:creationId xmlns:a16="http://schemas.microsoft.com/office/drawing/2014/main" id="{32D4598C-44C6-4592-ACB1-84ECFCDF81B9}"/>
              </a:ext>
            </a:extLst>
          </p:cNvPr>
          <p:cNvSpPr>
            <a:spLocks xmlns:a="http://schemas.openxmlformats.org/drawingml/2006/main" noGrp="1"/>
          </p:cNvSpPr>
          <p:nvPr/>
        </p:nvSpPr>
        <p:spPr>
          <a:xfrm xmlns:a="http://schemas.openxmlformats.org/drawingml/2006/main">
            <a:off x="609600" y="1104900"/>
            <a:ext cx="12496800" cy="0"/>
          </a:xfrm>
          <a:prstGeom xmlns:a="http://schemas.openxmlformats.org/drawingml/2006/main" prst="line">
            <a:avLst/>
          </a:prstGeom>
          <a:ln xmlns:a="http://schemas.openxmlformats.org/drawingml/2006/main" w="14288">
            <a:solidFill>
              <a:srgbClr val="009C9E"/>
            </a:solidFill>
          </a:ln>
        </p:spPr>
      </p:sp>
      <p:pic>
        <p:nvPicPr>
          <p:cNvPr id="3" name="">
            <a:extLst xmlns:a="http://schemas.openxmlformats.org/drawingml/2006/main">
              <a:ext uri="{FF2B5EF4-FFF2-40B4-BE49-F238E27FC236}">
                <a16:creationId xmlns:a16="http://schemas.microsoft.com/office/drawing/2014/main" id="{A2E237AD-F25B-471F-9EC9-6DDEB0DC6FDB}"/>
              </a:ext>
            </a:extLst>
          </p:cNvPr>
          <p:cNvPicPr>
            <a:picLocks xmlns:a="http://schemas.openxmlformats.org/drawingml/2006/main" noChangeAspect="1"/>
          </p:cNvPicPr>
          <p:nvPr/>
        </p:nvPicPr>
        <p:blipFill>
          <a:blip xmlns:r="http://schemas.openxmlformats.org/officeDocument/2006/relationships" xmlns:a="http://schemas.openxmlformats.org/drawingml/2006/main" r:embed="R6491510b83e44310"/>
          <a:stretch xmlns:a="http://schemas.openxmlformats.org/drawingml/2006/main"/>
        </p:blipFill>
        <p:spPr>
          <a:xfrm xmlns:a="http://schemas.openxmlformats.org/drawingml/2006/main">
            <a:off x="11334750" y="412482"/>
            <a:ext cx="1771650" cy="5752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E35241-B2D3-45A9-BCDB-66C2540E7AEC}"/>
              </a:ext>
            </a:extLst>
          </p:cNvPr>
          <p:cNvSpPr>
            <a:spLocks xmlns:a="http://schemas.openxmlformats.org/drawingml/2006/main" noGrp="1"/>
          </p:cNvSpPr>
          <p:nvPr/>
        </p:nvSpPr>
        <p:spPr>
          <a:xfrm xmlns:a="http://schemas.openxmlformats.org/drawingml/2006/main">
            <a:off x="609600" y="73152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2657A"/>
                </a:solidFill>
                <a:latin typeface="Arial"/>
                <a:ea typeface="Arial"/>
                <a:cs typeface="Arial"/>
              </a:defRPr>
            </a:defPPr>
            <a:lvl1pPr algn="l">
              <a:defRPr sz="1200" b="0">
                <a:solidFill>
                  <a:srgbClr val="52657A"/>
                </a:solidFill>
                <a:latin typeface="Arial"/>
                <a:ea typeface="Arial"/>
                <a:cs typeface="Arial"/>
              </a:defRPr>
            </a:lvl1pPr>
            <a:lvl2pPr algn="l">
              <a:defRPr sz="1200" b="0">
                <a:solidFill>
                  <a:srgbClr val="52657A"/>
                </a:solidFill>
                <a:latin typeface="Arial"/>
                <a:ea typeface="Arial"/>
                <a:cs typeface="Arial"/>
              </a:defRPr>
            </a:lvl2pPr>
            <a:lvl3pPr algn="l">
              <a:defRPr sz="1200" b="0">
                <a:solidFill>
                  <a:srgbClr val="52657A"/>
                </a:solidFill>
                <a:latin typeface="Arial"/>
                <a:ea typeface="Arial"/>
                <a:cs typeface="Arial"/>
              </a:defRPr>
            </a:lvl3pPr>
            <a:lvl4pPr algn="l">
              <a:defRPr sz="1200" b="0">
                <a:solidFill>
                  <a:srgbClr val="52657A"/>
                </a:solidFill>
                <a:latin typeface="Arial"/>
                <a:ea typeface="Arial"/>
                <a:cs typeface="Arial"/>
              </a:defRPr>
            </a:lvl4pPr>
            <a:lvl5pPr algn="l">
              <a:defRPr sz="1200" b="0">
                <a:solidFill>
                  <a:srgbClr val="52657A"/>
                </a:solidFill>
                <a:latin typeface="Arial"/>
                <a:ea typeface="Arial"/>
                <a:cs typeface="Arial"/>
              </a:defRPr>
            </a:lvl5pPr>
            <a:lvl6pPr algn="l">
              <a:defRPr sz="1200" b="0">
                <a:solidFill>
                  <a:srgbClr val="52657A"/>
                </a:solidFill>
                <a:latin typeface="Arial"/>
                <a:ea typeface="Arial"/>
                <a:cs typeface="Arial"/>
              </a:defRPr>
            </a:lvl6pPr>
            <a:lvl7pPr algn="l">
              <a:defRPr sz="1200" b="0">
                <a:solidFill>
                  <a:srgbClr val="52657A"/>
                </a:solidFill>
                <a:latin typeface="Arial"/>
                <a:ea typeface="Arial"/>
                <a:cs typeface="Arial"/>
              </a:defRPr>
            </a:lvl7pPr>
            <a:lvl8pPr algn="l">
              <a:defRPr sz="1200" b="0">
                <a:solidFill>
                  <a:srgbClr val="52657A"/>
                </a:solidFill>
                <a:latin typeface="Arial"/>
                <a:ea typeface="Arial"/>
                <a:cs typeface="Arial"/>
              </a:defRPr>
            </a:lvl8pPr>
            <a:lvl9pPr algn="l">
              <a:defRPr sz="1200" b="0">
                <a:solidFill>
                  <a:srgbClr val="52657A"/>
                </a:solidFill>
                <a:latin typeface="Arial"/>
                <a:ea typeface="Arial"/>
                <a:cs typeface="Arial"/>
              </a:defRPr>
            </a:lvl9pPr>
          </a:lstStyle>
          <a:p xmlns:a="http://schemas.openxmlformats.org/drawingml/2006/main">
            <a:pPr algn="l">
              <a:defRPr sz="1200" b="0">
                <a:solidFill>
                  <a:srgbClr val="52657A"/>
                </a:solidFill>
                <a:latin typeface="Arial"/>
                <a:ea typeface="Arial"/>
                <a:cs typeface="Arial"/>
              </a:defRPr>
            </a:pPr>
            <a:r>
              <a:rPr sz="1200" b="0">
                <a:solidFill>
                  <a:srgbClr val="52657A"/>
                </a:solidFill>
                <a:latin typeface="Arial"/>
                <a:ea typeface="Arial"/>
                <a:cs typeface="Arial"/>
              </a:rPr>
              <a:t>SoET, CMRU</a:t>
            </a:r>
          </a:p>
        </p:txBody>
      </p:sp>
      <p:sp>
        <p:nvSpPr>
          <p:cNvPr id="5" name="">
            <a:extLst xmlns:a="http://schemas.openxmlformats.org/drawingml/2006/main">
              <a:ext uri="{FF2B5EF4-FFF2-40B4-BE49-F238E27FC236}">
                <a16:creationId xmlns:a16="http://schemas.microsoft.com/office/drawing/2014/main" id="{813B1C78-DEF6-4E30-917C-313C9258E150}"/>
              </a:ext>
            </a:extLst>
          </p:cNvPr>
          <p:cNvSpPr>
            <a:spLocks xmlns:a="http://schemas.openxmlformats.org/drawingml/2006/main" noGrp="1"/>
          </p:cNvSpPr>
          <p:nvPr/>
        </p:nvSpPr>
        <p:spPr>
          <a:xfrm xmlns:a="http://schemas.openxmlformats.org/drawingml/2006/main">
            <a:off x="12573000" y="72961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1">
                <a:solidFill>
                  <a:srgbClr val="009C9E"/>
                </a:solidFill>
                <a:latin typeface="Arial"/>
                <a:ea typeface="Arial"/>
                <a:cs typeface="Arial"/>
              </a:defRPr>
            </a:defPPr>
            <a:lvl1pPr algn="r">
              <a:defRPr sz="1350" b="1">
                <a:solidFill>
                  <a:srgbClr val="009C9E"/>
                </a:solidFill>
                <a:latin typeface="Arial"/>
                <a:ea typeface="Arial"/>
                <a:cs typeface="Arial"/>
              </a:defRPr>
            </a:lvl1pPr>
            <a:lvl2pPr algn="r">
              <a:defRPr sz="1350" b="1">
                <a:solidFill>
                  <a:srgbClr val="009C9E"/>
                </a:solidFill>
                <a:latin typeface="Arial"/>
                <a:ea typeface="Arial"/>
                <a:cs typeface="Arial"/>
              </a:defRPr>
            </a:lvl2pPr>
            <a:lvl3pPr algn="r">
              <a:defRPr sz="1350" b="1">
                <a:solidFill>
                  <a:srgbClr val="009C9E"/>
                </a:solidFill>
                <a:latin typeface="Arial"/>
                <a:ea typeface="Arial"/>
                <a:cs typeface="Arial"/>
              </a:defRPr>
            </a:lvl3pPr>
            <a:lvl4pPr algn="r">
              <a:defRPr sz="1350" b="1">
                <a:solidFill>
                  <a:srgbClr val="009C9E"/>
                </a:solidFill>
                <a:latin typeface="Arial"/>
                <a:ea typeface="Arial"/>
                <a:cs typeface="Arial"/>
              </a:defRPr>
            </a:lvl4pPr>
            <a:lvl5pPr algn="r">
              <a:defRPr sz="1350" b="1">
                <a:solidFill>
                  <a:srgbClr val="009C9E"/>
                </a:solidFill>
                <a:latin typeface="Arial"/>
                <a:ea typeface="Arial"/>
                <a:cs typeface="Arial"/>
              </a:defRPr>
            </a:lvl5pPr>
            <a:lvl6pPr algn="r">
              <a:defRPr sz="1350" b="1">
                <a:solidFill>
                  <a:srgbClr val="009C9E"/>
                </a:solidFill>
                <a:latin typeface="Arial"/>
                <a:ea typeface="Arial"/>
                <a:cs typeface="Arial"/>
              </a:defRPr>
            </a:lvl6pPr>
            <a:lvl7pPr algn="r">
              <a:defRPr sz="1350" b="1">
                <a:solidFill>
                  <a:srgbClr val="009C9E"/>
                </a:solidFill>
                <a:latin typeface="Arial"/>
                <a:ea typeface="Arial"/>
                <a:cs typeface="Arial"/>
              </a:defRPr>
            </a:lvl7pPr>
            <a:lvl8pPr algn="r">
              <a:defRPr sz="1350" b="1">
                <a:solidFill>
                  <a:srgbClr val="009C9E"/>
                </a:solidFill>
                <a:latin typeface="Arial"/>
                <a:ea typeface="Arial"/>
                <a:cs typeface="Arial"/>
              </a:defRPr>
            </a:lvl8pPr>
            <a:lvl9pPr algn="r">
              <a:defRPr sz="1350" b="1">
                <a:solidFill>
                  <a:srgbClr val="009C9E"/>
                </a:solidFill>
                <a:latin typeface="Arial"/>
                <a:ea typeface="Arial"/>
                <a:cs typeface="Arial"/>
              </a:defRPr>
            </a:lvl9pPr>
          </a:lstStyle>
          <a:p xmlns:a="http://schemas.openxmlformats.org/drawingml/2006/main">
            <a:pPr algn="r">
              <a:defRPr sz="1350" b="1">
                <a:solidFill>
                  <a:srgbClr val="009C9E"/>
                </a:solidFill>
                <a:latin typeface="Arial"/>
                <a:ea typeface="Arial"/>
                <a:cs typeface="Arial"/>
              </a:defRPr>
            </a:pPr>
            <a:r>
              <a:rPr sz="1350" b="1">
                <a:solidFill>
                  <a:srgbClr val="009C9E"/>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5288E0E6-62AC-4B94-A225-BD5AEF569440}"/>
              </a:ext>
            </a:extLst>
          </p:cNvPr>
          <p:cNvSpPr>
            <a:spLocks xmlns:a="http://schemas.openxmlformats.org/drawingml/2006/main" noGrp="1"/>
          </p:cNvSpPr>
          <p:nvPr/>
        </p:nvSpPr>
        <p:spPr>
          <a:xfrm xmlns:a="http://schemas.openxmlformats.org/drawingml/2006/main">
            <a:off x="714375" y="1571625"/>
            <a:ext cx="1228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C2D44"/>
                </a:solidFill>
                <a:latin typeface="Arial"/>
                <a:ea typeface="Arial"/>
                <a:cs typeface="Arial"/>
              </a:defRPr>
            </a:defPPr>
            <a:lvl1pPr algn="l">
              <a:defRPr sz="1950" b="0">
                <a:solidFill>
                  <a:srgbClr val="1C2D44"/>
                </a:solidFill>
                <a:latin typeface="Arial"/>
                <a:ea typeface="Arial"/>
                <a:cs typeface="Arial"/>
              </a:defRPr>
            </a:lvl1pPr>
            <a:lvl2pPr algn="l">
              <a:defRPr sz="1950" b="0">
                <a:solidFill>
                  <a:srgbClr val="1C2D44"/>
                </a:solidFill>
                <a:latin typeface="Arial"/>
                <a:ea typeface="Arial"/>
                <a:cs typeface="Arial"/>
              </a:defRPr>
            </a:lvl2pPr>
            <a:lvl3pPr algn="l">
              <a:defRPr sz="1950" b="0">
                <a:solidFill>
                  <a:srgbClr val="1C2D44"/>
                </a:solidFill>
                <a:latin typeface="Arial"/>
                <a:ea typeface="Arial"/>
                <a:cs typeface="Arial"/>
              </a:defRPr>
            </a:lvl3pPr>
            <a:lvl4pPr algn="l">
              <a:defRPr sz="1950" b="0">
                <a:solidFill>
                  <a:srgbClr val="1C2D44"/>
                </a:solidFill>
                <a:latin typeface="Arial"/>
                <a:ea typeface="Arial"/>
                <a:cs typeface="Arial"/>
              </a:defRPr>
            </a:lvl4pPr>
            <a:lvl5pPr algn="l">
              <a:defRPr sz="1950" b="0">
                <a:solidFill>
                  <a:srgbClr val="1C2D44"/>
                </a:solidFill>
                <a:latin typeface="Arial"/>
                <a:ea typeface="Arial"/>
                <a:cs typeface="Arial"/>
              </a:defRPr>
            </a:lvl5pPr>
            <a:lvl6pPr algn="l">
              <a:defRPr sz="1950" b="0">
                <a:solidFill>
                  <a:srgbClr val="1C2D44"/>
                </a:solidFill>
                <a:latin typeface="Arial"/>
                <a:ea typeface="Arial"/>
                <a:cs typeface="Arial"/>
              </a:defRPr>
            </a:lvl6pPr>
            <a:lvl7pPr algn="l">
              <a:defRPr sz="1950" b="0">
                <a:solidFill>
                  <a:srgbClr val="1C2D44"/>
                </a:solidFill>
                <a:latin typeface="Arial"/>
                <a:ea typeface="Arial"/>
                <a:cs typeface="Arial"/>
              </a:defRPr>
            </a:lvl7pPr>
            <a:lvl8pPr algn="l">
              <a:defRPr sz="1950" b="0">
                <a:solidFill>
                  <a:srgbClr val="1C2D44"/>
                </a:solidFill>
                <a:latin typeface="Arial"/>
                <a:ea typeface="Arial"/>
                <a:cs typeface="Arial"/>
              </a:defRPr>
            </a:lvl8pPr>
            <a:lvl9pPr algn="l">
              <a:defRPr sz="1950" b="0">
                <a:solidFill>
                  <a:srgbClr val="1C2D44"/>
                </a:solidFill>
                <a:latin typeface="Arial"/>
                <a:ea typeface="Arial"/>
                <a:cs typeface="Arial"/>
              </a:defRPr>
            </a:lvl9pPr>
          </a:lstStyle>
          <a:p xmlns:a="http://schemas.openxmlformats.org/drawingml/2006/main">
            <a:pPr algn="l">
              <a:defRPr sz="1950" b="0">
                <a:solidFill>
                  <a:srgbClr val="1C2D44"/>
                </a:solidFill>
                <a:latin typeface="Arial"/>
                <a:ea typeface="Arial"/>
                <a:cs typeface="Arial"/>
              </a:defRPr>
            </a:pPr>
            <a:r>
              <a:rPr sz="1950" b="0">
                <a:solidFill>
                  <a:srgbClr val="1C2D44"/>
                </a:solidFill>
                <a:latin typeface="Arial"/>
                <a:ea typeface="Arial"/>
                <a:cs typeface="Arial"/>
              </a:rPr>
              <a:t>[1] Feng et al. CodeBERT. Findings of EMNLP, 1536–1547, 2020.</a:t>
            </a:r>
          </a:p>
        </p:txBody>
      </p:sp>
      <p:sp>
        <p:nvSpPr>
          <p:cNvPr id="7" name="">
            <a:extLst xmlns:a="http://schemas.openxmlformats.org/drawingml/2006/main">
              <a:ext uri="{FF2B5EF4-FFF2-40B4-BE49-F238E27FC236}">
                <a16:creationId xmlns:a16="http://schemas.microsoft.com/office/drawing/2014/main" id="{B1531517-5790-4FCE-856B-5A17C25454F0}"/>
              </a:ext>
            </a:extLst>
          </p:cNvPr>
          <p:cNvSpPr>
            <a:spLocks xmlns:a="http://schemas.openxmlformats.org/drawingml/2006/main" noGrp="1"/>
          </p:cNvSpPr>
          <p:nvPr/>
        </p:nvSpPr>
        <p:spPr>
          <a:xfrm xmlns:a="http://schemas.openxmlformats.org/drawingml/2006/main">
            <a:off x="714375" y="2409825"/>
            <a:ext cx="1228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C2D44"/>
                </a:solidFill>
                <a:latin typeface="Arial"/>
                <a:ea typeface="Arial"/>
                <a:cs typeface="Arial"/>
              </a:defRPr>
            </a:defPPr>
            <a:lvl1pPr algn="l">
              <a:defRPr sz="1950" b="0">
                <a:solidFill>
                  <a:srgbClr val="1C2D44"/>
                </a:solidFill>
                <a:latin typeface="Arial"/>
                <a:ea typeface="Arial"/>
                <a:cs typeface="Arial"/>
              </a:defRPr>
            </a:lvl1pPr>
            <a:lvl2pPr algn="l">
              <a:defRPr sz="1950" b="0">
                <a:solidFill>
                  <a:srgbClr val="1C2D44"/>
                </a:solidFill>
                <a:latin typeface="Arial"/>
                <a:ea typeface="Arial"/>
                <a:cs typeface="Arial"/>
              </a:defRPr>
            </a:lvl2pPr>
            <a:lvl3pPr algn="l">
              <a:defRPr sz="1950" b="0">
                <a:solidFill>
                  <a:srgbClr val="1C2D44"/>
                </a:solidFill>
                <a:latin typeface="Arial"/>
                <a:ea typeface="Arial"/>
                <a:cs typeface="Arial"/>
              </a:defRPr>
            </a:lvl3pPr>
            <a:lvl4pPr algn="l">
              <a:defRPr sz="1950" b="0">
                <a:solidFill>
                  <a:srgbClr val="1C2D44"/>
                </a:solidFill>
                <a:latin typeface="Arial"/>
                <a:ea typeface="Arial"/>
                <a:cs typeface="Arial"/>
              </a:defRPr>
            </a:lvl4pPr>
            <a:lvl5pPr algn="l">
              <a:defRPr sz="1950" b="0">
                <a:solidFill>
                  <a:srgbClr val="1C2D44"/>
                </a:solidFill>
                <a:latin typeface="Arial"/>
                <a:ea typeface="Arial"/>
                <a:cs typeface="Arial"/>
              </a:defRPr>
            </a:lvl5pPr>
            <a:lvl6pPr algn="l">
              <a:defRPr sz="1950" b="0">
                <a:solidFill>
                  <a:srgbClr val="1C2D44"/>
                </a:solidFill>
                <a:latin typeface="Arial"/>
                <a:ea typeface="Arial"/>
                <a:cs typeface="Arial"/>
              </a:defRPr>
            </a:lvl6pPr>
            <a:lvl7pPr algn="l">
              <a:defRPr sz="1950" b="0">
                <a:solidFill>
                  <a:srgbClr val="1C2D44"/>
                </a:solidFill>
                <a:latin typeface="Arial"/>
                <a:ea typeface="Arial"/>
                <a:cs typeface="Arial"/>
              </a:defRPr>
            </a:lvl7pPr>
            <a:lvl8pPr algn="l">
              <a:defRPr sz="1950" b="0">
                <a:solidFill>
                  <a:srgbClr val="1C2D44"/>
                </a:solidFill>
                <a:latin typeface="Arial"/>
                <a:ea typeface="Arial"/>
                <a:cs typeface="Arial"/>
              </a:defRPr>
            </a:lvl8pPr>
            <a:lvl9pPr algn="l">
              <a:defRPr sz="1950" b="0">
                <a:solidFill>
                  <a:srgbClr val="1C2D44"/>
                </a:solidFill>
                <a:latin typeface="Arial"/>
                <a:ea typeface="Arial"/>
                <a:cs typeface="Arial"/>
              </a:defRPr>
            </a:lvl9pPr>
          </a:lstStyle>
          <a:p xmlns:a="http://schemas.openxmlformats.org/drawingml/2006/main">
            <a:pPr algn="l">
              <a:defRPr sz="1950" b="0">
                <a:solidFill>
                  <a:srgbClr val="1C2D44"/>
                </a:solidFill>
                <a:latin typeface="Arial"/>
                <a:ea typeface="Arial"/>
                <a:cs typeface="Arial"/>
              </a:defRPr>
            </a:pPr>
            <a:r>
              <a:rPr sz="1950" b="0">
                <a:solidFill>
                  <a:srgbClr val="1C2D44"/>
                </a:solidFill>
                <a:latin typeface="Arial"/>
                <a:ea typeface="Arial"/>
                <a:cs typeface="Arial"/>
              </a:rPr>
              <a:t>[2] Chen et al. Evaluating Large Language Models Trained on Code. arXiv:2107.03374, 2021.</a:t>
            </a:r>
          </a:p>
        </p:txBody>
      </p:sp>
      <p:sp>
        <p:nvSpPr>
          <p:cNvPr id="8" name="">
            <a:extLst xmlns:a="http://schemas.openxmlformats.org/drawingml/2006/main">
              <a:ext uri="{FF2B5EF4-FFF2-40B4-BE49-F238E27FC236}">
                <a16:creationId xmlns:a16="http://schemas.microsoft.com/office/drawing/2014/main" id="{569233A3-BF73-4863-9103-C7EA0DAB7A15}"/>
              </a:ext>
            </a:extLst>
          </p:cNvPr>
          <p:cNvSpPr>
            <a:spLocks xmlns:a="http://schemas.openxmlformats.org/drawingml/2006/main" noGrp="1"/>
          </p:cNvSpPr>
          <p:nvPr/>
        </p:nvSpPr>
        <p:spPr>
          <a:xfrm xmlns:a="http://schemas.openxmlformats.org/drawingml/2006/main">
            <a:off x="714375" y="3248025"/>
            <a:ext cx="1228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C2D44"/>
                </a:solidFill>
                <a:latin typeface="Arial"/>
                <a:ea typeface="Arial"/>
                <a:cs typeface="Arial"/>
              </a:defRPr>
            </a:defPPr>
            <a:lvl1pPr algn="l">
              <a:defRPr sz="1950" b="0">
                <a:solidFill>
                  <a:srgbClr val="1C2D44"/>
                </a:solidFill>
                <a:latin typeface="Arial"/>
                <a:ea typeface="Arial"/>
                <a:cs typeface="Arial"/>
              </a:defRPr>
            </a:lvl1pPr>
            <a:lvl2pPr algn="l">
              <a:defRPr sz="1950" b="0">
                <a:solidFill>
                  <a:srgbClr val="1C2D44"/>
                </a:solidFill>
                <a:latin typeface="Arial"/>
                <a:ea typeface="Arial"/>
                <a:cs typeface="Arial"/>
              </a:defRPr>
            </a:lvl2pPr>
            <a:lvl3pPr algn="l">
              <a:defRPr sz="1950" b="0">
                <a:solidFill>
                  <a:srgbClr val="1C2D44"/>
                </a:solidFill>
                <a:latin typeface="Arial"/>
                <a:ea typeface="Arial"/>
                <a:cs typeface="Arial"/>
              </a:defRPr>
            </a:lvl3pPr>
            <a:lvl4pPr algn="l">
              <a:defRPr sz="1950" b="0">
                <a:solidFill>
                  <a:srgbClr val="1C2D44"/>
                </a:solidFill>
                <a:latin typeface="Arial"/>
                <a:ea typeface="Arial"/>
                <a:cs typeface="Arial"/>
              </a:defRPr>
            </a:lvl4pPr>
            <a:lvl5pPr algn="l">
              <a:defRPr sz="1950" b="0">
                <a:solidFill>
                  <a:srgbClr val="1C2D44"/>
                </a:solidFill>
                <a:latin typeface="Arial"/>
                <a:ea typeface="Arial"/>
                <a:cs typeface="Arial"/>
              </a:defRPr>
            </a:lvl5pPr>
            <a:lvl6pPr algn="l">
              <a:defRPr sz="1950" b="0">
                <a:solidFill>
                  <a:srgbClr val="1C2D44"/>
                </a:solidFill>
                <a:latin typeface="Arial"/>
                <a:ea typeface="Arial"/>
                <a:cs typeface="Arial"/>
              </a:defRPr>
            </a:lvl6pPr>
            <a:lvl7pPr algn="l">
              <a:defRPr sz="1950" b="0">
                <a:solidFill>
                  <a:srgbClr val="1C2D44"/>
                </a:solidFill>
                <a:latin typeface="Arial"/>
                <a:ea typeface="Arial"/>
                <a:cs typeface="Arial"/>
              </a:defRPr>
            </a:lvl7pPr>
            <a:lvl8pPr algn="l">
              <a:defRPr sz="1950" b="0">
                <a:solidFill>
                  <a:srgbClr val="1C2D44"/>
                </a:solidFill>
                <a:latin typeface="Arial"/>
                <a:ea typeface="Arial"/>
                <a:cs typeface="Arial"/>
              </a:defRPr>
            </a:lvl8pPr>
            <a:lvl9pPr algn="l">
              <a:defRPr sz="1950" b="0">
                <a:solidFill>
                  <a:srgbClr val="1C2D44"/>
                </a:solidFill>
                <a:latin typeface="Arial"/>
                <a:ea typeface="Arial"/>
                <a:cs typeface="Arial"/>
              </a:defRPr>
            </a:lvl9pPr>
          </a:lstStyle>
          <a:p xmlns:a="http://schemas.openxmlformats.org/drawingml/2006/main">
            <a:pPr algn="l">
              <a:defRPr sz="1950" b="0">
                <a:solidFill>
                  <a:srgbClr val="1C2D44"/>
                </a:solidFill>
                <a:latin typeface="Arial"/>
                <a:ea typeface="Arial"/>
                <a:cs typeface="Arial"/>
              </a:defRPr>
            </a:pPr>
            <a:r>
              <a:rPr sz="1950" b="0">
                <a:solidFill>
                  <a:srgbClr val="1C2D44"/>
                </a:solidFill>
                <a:latin typeface="Arial"/>
                <a:ea typeface="Arial"/>
                <a:cs typeface="Arial"/>
              </a:rPr>
              <a:t>[3] Guo et al. GraphCodeBERT. ICLR, 2021. arXiv:2009.08366.</a:t>
            </a:r>
          </a:p>
        </p:txBody>
      </p:sp>
      <p:sp>
        <p:nvSpPr>
          <p:cNvPr id="9" name="">
            <a:extLst xmlns:a="http://schemas.openxmlformats.org/drawingml/2006/main">
              <a:ext uri="{FF2B5EF4-FFF2-40B4-BE49-F238E27FC236}">
                <a16:creationId xmlns:a16="http://schemas.microsoft.com/office/drawing/2014/main" id="{6E799B0D-E4A2-4175-A12F-F9F0649F181B}"/>
              </a:ext>
            </a:extLst>
          </p:cNvPr>
          <p:cNvSpPr>
            <a:spLocks xmlns:a="http://schemas.openxmlformats.org/drawingml/2006/main" noGrp="1"/>
          </p:cNvSpPr>
          <p:nvPr/>
        </p:nvSpPr>
        <p:spPr>
          <a:xfrm xmlns:a="http://schemas.openxmlformats.org/drawingml/2006/main">
            <a:off x="714375" y="4086225"/>
            <a:ext cx="1228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C2D44"/>
                </a:solidFill>
                <a:latin typeface="Arial"/>
                <a:ea typeface="Arial"/>
                <a:cs typeface="Arial"/>
              </a:defRPr>
            </a:defPPr>
            <a:lvl1pPr algn="l">
              <a:defRPr sz="1950" b="0">
                <a:solidFill>
                  <a:srgbClr val="1C2D44"/>
                </a:solidFill>
                <a:latin typeface="Arial"/>
                <a:ea typeface="Arial"/>
                <a:cs typeface="Arial"/>
              </a:defRPr>
            </a:lvl1pPr>
            <a:lvl2pPr algn="l">
              <a:defRPr sz="1950" b="0">
                <a:solidFill>
                  <a:srgbClr val="1C2D44"/>
                </a:solidFill>
                <a:latin typeface="Arial"/>
                <a:ea typeface="Arial"/>
                <a:cs typeface="Arial"/>
              </a:defRPr>
            </a:lvl2pPr>
            <a:lvl3pPr algn="l">
              <a:defRPr sz="1950" b="0">
                <a:solidFill>
                  <a:srgbClr val="1C2D44"/>
                </a:solidFill>
                <a:latin typeface="Arial"/>
                <a:ea typeface="Arial"/>
                <a:cs typeface="Arial"/>
              </a:defRPr>
            </a:lvl3pPr>
            <a:lvl4pPr algn="l">
              <a:defRPr sz="1950" b="0">
                <a:solidFill>
                  <a:srgbClr val="1C2D44"/>
                </a:solidFill>
                <a:latin typeface="Arial"/>
                <a:ea typeface="Arial"/>
                <a:cs typeface="Arial"/>
              </a:defRPr>
            </a:lvl4pPr>
            <a:lvl5pPr algn="l">
              <a:defRPr sz="1950" b="0">
                <a:solidFill>
                  <a:srgbClr val="1C2D44"/>
                </a:solidFill>
                <a:latin typeface="Arial"/>
                <a:ea typeface="Arial"/>
                <a:cs typeface="Arial"/>
              </a:defRPr>
            </a:lvl5pPr>
            <a:lvl6pPr algn="l">
              <a:defRPr sz="1950" b="0">
                <a:solidFill>
                  <a:srgbClr val="1C2D44"/>
                </a:solidFill>
                <a:latin typeface="Arial"/>
                <a:ea typeface="Arial"/>
                <a:cs typeface="Arial"/>
              </a:defRPr>
            </a:lvl6pPr>
            <a:lvl7pPr algn="l">
              <a:defRPr sz="1950" b="0">
                <a:solidFill>
                  <a:srgbClr val="1C2D44"/>
                </a:solidFill>
                <a:latin typeface="Arial"/>
                <a:ea typeface="Arial"/>
                <a:cs typeface="Arial"/>
              </a:defRPr>
            </a:lvl7pPr>
            <a:lvl8pPr algn="l">
              <a:defRPr sz="1950" b="0">
                <a:solidFill>
                  <a:srgbClr val="1C2D44"/>
                </a:solidFill>
                <a:latin typeface="Arial"/>
                <a:ea typeface="Arial"/>
                <a:cs typeface="Arial"/>
              </a:defRPr>
            </a:lvl8pPr>
            <a:lvl9pPr algn="l">
              <a:defRPr sz="1950" b="0">
                <a:solidFill>
                  <a:srgbClr val="1C2D44"/>
                </a:solidFill>
                <a:latin typeface="Arial"/>
                <a:ea typeface="Arial"/>
                <a:cs typeface="Arial"/>
              </a:defRPr>
            </a:lvl9pPr>
          </a:lstStyle>
          <a:p xmlns:a="http://schemas.openxmlformats.org/drawingml/2006/main">
            <a:pPr algn="l">
              <a:defRPr sz="1950" b="0">
                <a:solidFill>
                  <a:srgbClr val="1C2D44"/>
                </a:solidFill>
                <a:latin typeface="Arial"/>
                <a:ea typeface="Arial"/>
                <a:cs typeface="Arial"/>
              </a:defRPr>
            </a:pPr>
            <a:r>
              <a:rPr sz="1950" b="0">
                <a:solidFill>
                  <a:srgbClr val="1C2D44"/>
                </a:solidFill>
                <a:latin typeface="Arial"/>
                <a:ea typeface="Arial"/>
                <a:cs typeface="Arial"/>
              </a:rPr>
              <a:t>[4] Hu et al. Deep Code Comment Generation. ICPC, 200–210, 2018.</a:t>
            </a:r>
          </a:p>
        </p:txBody>
      </p:sp>
      <p:sp>
        <p:nvSpPr>
          <p:cNvPr id="10" name="">
            <a:extLst xmlns:a="http://schemas.openxmlformats.org/drawingml/2006/main">
              <a:ext uri="{FF2B5EF4-FFF2-40B4-BE49-F238E27FC236}">
                <a16:creationId xmlns:a16="http://schemas.microsoft.com/office/drawing/2014/main" id="{4BD9DFF9-A78A-4FF6-906A-2D8397A5ABDD}"/>
              </a:ext>
            </a:extLst>
          </p:cNvPr>
          <p:cNvSpPr>
            <a:spLocks xmlns:a="http://schemas.openxmlformats.org/drawingml/2006/main" noGrp="1"/>
          </p:cNvSpPr>
          <p:nvPr/>
        </p:nvSpPr>
        <p:spPr>
          <a:xfrm xmlns:a="http://schemas.openxmlformats.org/drawingml/2006/main">
            <a:off x="714375" y="4924425"/>
            <a:ext cx="1228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C2D44"/>
                </a:solidFill>
                <a:latin typeface="Arial"/>
                <a:ea typeface="Arial"/>
                <a:cs typeface="Arial"/>
              </a:defRPr>
            </a:defPPr>
            <a:lvl1pPr algn="l">
              <a:defRPr sz="1950" b="0">
                <a:solidFill>
                  <a:srgbClr val="1C2D44"/>
                </a:solidFill>
                <a:latin typeface="Arial"/>
                <a:ea typeface="Arial"/>
                <a:cs typeface="Arial"/>
              </a:defRPr>
            </a:lvl1pPr>
            <a:lvl2pPr algn="l">
              <a:defRPr sz="1950" b="0">
                <a:solidFill>
                  <a:srgbClr val="1C2D44"/>
                </a:solidFill>
                <a:latin typeface="Arial"/>
                <a:ea typeface="Arial"/>
                <a:cs typeface="Arial"/>
              </a:defRPr>
            </a:lvl2pPr>
            <a:lvl3pPr algn="l">
              <a:defRPr sz="1950" b="0">
                <a:solidFill>
                  <a:srgbClr val="1C2D44"/>
                </a:solidFill>
                <a:latin typeface="Arial"/>
                <a:ea typeface="Arial"/>
                <a:cs typeface="Arial"/>
              </a:defRPr>
            </a:lvl3pPr>
            <a:lvl4pPr algn="l">
              <a:defRPr sz="1950" b="0">
                <a:solidFill>
                  <a:srgbClr val="1C2D44"/>
                </a:solidFill>
                <a:latin typeface="Arial"/>
                <a:ea typeface="Arial"/>
                <a:cs typeface="Arial"/>
              </a:defRPr>
            </a:lvl4pPr>
            <a:lvl5pPr algn="l">
              <a:defRPr sz="1950" b="0">
                <a:solidFill>
                  <a:srgbClr val="1C2D44"/>
                </a:solidFill>
                <a:latin typeface="Arial"/>
                <a:ea typeface="Arial"/>
                <a:cs typeface="Arial"/>
              </a:defRPr>
            </a:lvl5pPr>
            <a:lvl6pPr algn="l">
              <a:defRPr sz="1950" b="0">
                <a:solidFill>
                  <a:srgbClr val="1C2D44"/>
                </a:solidFill>
                <a:latin typeface="Arial"/>
                <a:ea typeface="Arial"/>
                <a:cs typeface="Arial"/>
              </a:defRPr>
            </a:lvl6pPr>
            <a:lvl7pPr algn="l">
              <a:defRPr sz="1950" b="0">
                <a:solidFill>
                  <a:srgbClr val="1C2D44"/>
                </a:solidFill>
                <a:latin typeface="Arial"/>
                <a:ea typeface="Arial"/>
                <a:cs typeface="Arial"/>
              </a:defRPr>
            </a:lvl7pPr>
            <a:lvl8pPr algn="l">
              <a:defRPr sz="1950" b="0">
                <a:solidFill>
                  <a:srgbClr val="1C2D44"/>
                </a:solidFill>
                <a:latin typeface="Arial"/>
                <a:ea typeface="Arial"/>
                <a:cs typeface="Arial"/>
              </a:defRPr>
            </a:lvl8pPr>
            <a:lvl9pPr algn="l">
              <a:defRPr sz="1950" b="0">
                <a:solidFill>
                  <a:srgbClr val="1C2D44"/>
                </a:solidFill>
                <a:latin typeface="Arial"/>
                <a:ea typeface="Arial"/>
                <a:cs typeface="Arial"/>
              </a:defRPr>
            </a:lvl9pPr>
          </a:lstStyle>
          <a:p xmlns:a="http://schemas.openxmlformats.org/drawingml/2006/main">
            <a:pPr algn="l">
              <a:defRPr sz="1950" b="0">
                <a:solidFill>
                  <a:srgbClr val="1C2D44"/>
                </a:solidFill>
                <a:latin typeface="Arial"/>
                <a:ea typeface="Arial"/>
                <a:cs typeface="Arial"/>
              </a:defRPr>
            </a:pPr>
            <a:r>
              <a:rPr sz="1950" b="0">
                <a:solidFill>
                  <a:srgbClr val="1C2D44"/>
                </a:solidFill>
                <a:latin typeface="Arial"/>
                <a:ea typeface="Arial"/>
                <a:cs typeface="Arial"/>
              </a:rPr>
              <a:t>[5] Ahmad et al. A Transformer-based Approach for Source Code Summarization. ACL, 4998–5007, 2020.</a:t>
            </a:r>
          </a:p>
        </p:txBody>
      </p:sp>
      <p:sp>
        <p:nvSpPr>
          <p:cNvPr id="11" name="">
            <a:extLst xmlns:a="http://schemas.openxmlformats.org/drawingml/2006/main">
              <a:ext uri="{FF2B5EF4-FFF2-40B4-BE49-F238E27FC236}">
                <a16:creationId xmlns:a16="http://schemas.microsoft.com/office/drawing/2014/main" id="{87EEFA98-AE5C-466D-BC8C-3D96C029C442}"/>
              </a:ext>
            </a:extLst>
          </p:cNvPr>
          <p:cNvSpPr>
            <a:spLocks xmlns:a="http://schemas.openxmlformats.org/drawingml/2006/main" noGrp="1"/>
          </p:cNvSpPr>
          <p:nvPr/>
        </p:nvSpPr>
        <p:spPr>
          <a:xfrm xmlns:a="http://schemas.openxmlformats.org/drawingml/2006/main">
            <a:off x="714375" y="5762625"/>
            <a:ext cx="1228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C2D44"/>
                </a:solidFill>
                <a:latin typeface="Arial"/>
                <a:ea typeface="Arial"/>
                <a:cs typeface="Arial"/>
              </a:defRPr>
            </a:defPPr>
            <a:lvl1pPr algn="l">
              <a:defRPr sz="1950" b="0">
                <a:solidFill>
                  <a:srgbClr val="1C2D44"/>
                </a:solidFill>
                <a:latin typeface="Arial"/>
                <a:ea typeface="Arial"/>
                <a:cs typeface="Arial"/>
              </a:defRPr>
            </a:lvl1pPr>
            <a:lvl2pPr algn="l">
              <a:defRPr sz="1950" b="0">
                <a:solidFill>
                  <a:srgbClr val="1C2D44"/>
                </a:solidFill>
                <a:latin typeface="Arial"/>
                <a:ea typeface="Arial"/>
                <a:cs typeface="Arial"/>
              </a:defRPr>
            </a:lvl2pPr>
            <a:lvl3pPr algn="l">
              <a:defRPr sz="1950" b="0">
                <a:solidFill>
                  <a:srgbClr val="1C2D44"/>
                </a:solidFill>
                <a:latin typeface="Arial"/>
                <a:ea typeface="Arial"/>
                <a:cs typeface="Arial"/>
              </a:defRPr>
            </a:lvl3pPr>
            <a:lvl4pPr algn="l">
              <a:defRPr sz="1950" b="0">
                <a:solidFill>
                  <a:srgbClr val="1C2D44"/>
                </a:solidFill>
                <a:latin typeface="Arial"/>
                <a:ea typeface="Arial"/>
                <a:cs typeface="Arial"/>
              </a:defRPr>
            </a:lvl4pPr>
            <a:lvl5pPr algn="l">
              <a:defRPr sz="1950" b="0">
                <a:solidFill>
                  <a:srgbClr val="1C2D44"/>
                </a:solidFill>
                <a:latin typeface="Arial"/>
                <a:ea typeface="Arial"/>
                <a:cs typeface="Arial"/>
              </a:defRPr>
            </a:lvl5pPr>
            <a:lvl6pPr algn="l">
              <a:defRPr sz="1950" b="0">
                <a:solidFill>
                  <a:srgbClr val="1C2D44"/>
                </a:solidFill>
                <a:latin typeface="Arial"/>
                <a:ea typeface="Arial"/>
                <a:cs typeface="Arial"/>
              </a:defRPr>
            </a:lvl6pPr>
            <a:lvl7pPr algn="l">
              <a:defRPr sz="1950" b="0">
                <a:solidFill>
                  <a:srgbClr val="1C2D44"/>
                </a:solidFill>
                <a:latin typeface="Arial"/>
                <a:ea typeface="Arial"/>
                <a:cs typeface="Arial"/>
              </a:defRPr>
            </a:lvl7pPr>
            <a:lvl8pPr algn="l">
              <a:defRPr sz="1950" b="0">
                <a:solidFill>
                  <a:srgbClr val="1C2D44"/>
                </a:solidFill>
                <a:latin typeface="Arial"/>
                <a:ea typeface="Arial"/>
                <a:cs typeface="Arial"/>
              </a:defRPr>
            </a:lvl8pPr>
            <a:lvl9pPr algn="l">
              <a:defRPr sz="1950" b="0">
                <a:solidFill>
                  <a:srgbClr val="1C2D44"/>
                </a:solidFill>
                <a:latin typeface="Arial"/>
                <a:ea typeface="Arial"/>
                <a:cs typeface="Arial"/>
              </a:defRPr>
            </a:lvl9pPr>
          </a:lstStyle>
          <a:p xmlns:a="http://schemas.openxmlformats.org/drawingml/2006/main">
            <a:pPr algn="l">
              <a:defRPr sz="1950" b="0">
                <a:solidFill>
                  <a:srgbClr val="1C2D44"/>
                </a:solidFill>
                <a:latin typeface="Arial"/>
                <a:ea typeface="Arial"/>
                <a:cs typeface="Arial"/>
              </a:defRPr>
            </a:pPr>
            <a:r>
              <a:rPr sz="1950" b="0">
                <a:solidFill>
                  <a:srgbClr val="1C2D44"/>
                </a:solidFill>
                <a:latin typeface="Arial"/>
                <a:ea typeface="Arial"/>
                <a:cs typeface="Arial"/>
              </a:rPr>
              <a:t>[6] Allamanis et al. A Survey of Machine Learning for Big Code and Naturalness. ACM Computing Surveys, 2018.</a:t>
            </a:r>
          </a:p>
        </p:txBody>
      </p:sp>
    </p:spTree>
    <p:extLst>
      <p:ext uri="{BB962C8B-B14F-4D97-AF65-F5344CB8AC3E}">
        <p14:creationId xmlns:p14="http://schemas.microsoft.com/office/powerpoint/2010/main" val="2071462926"/>
      </p:ext>
    </p:extLst>
  </p:cSld>
</p:sld>
</file>

<file path=ppt/slides/slide28.xml><?xml version="1.0" encoding="utf-8"?>
<p:sld xmlns:p="http://schemas.openxmlformats.org/presentationml/2006/main">
  <p:cSld>
    <p:bg>
      <p:bgPr>
        <a:solidFill xmlns:a="http://schemas.openxmlformats.org/drawingml/2006/main">
          <a:srgbClr val="1423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D2CB39-0C7F-4F48-B87F-C12F4539AD48}"/>
              </a:ext>
            </a:extLst>
          </p:cNvPr>
          <p:cNvSpPr>
            <a:spLocks xmlns:a="http://schemas.openxmlformats.org/drawingml/2006/main" noGrp="1"/>
          </p:cNvSpPr>
          <p:nvPr/>
        </p:nvSpPr>
        <p:spPr>
          <a:xfrm xmlns:a="http://schemas.openxmlformats.org/drawingml/2006/main">
            <a:off x="666750" y="176212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025" b="1">
                <a:solidFill>
                  <a:srgbClr val="FFFFFF"/>
                </a:solidFill>
                <a:latin typeface="Georgia"/>
                <a:ea typeface="Georgia"/>
                <a:cs typeface="Georgia"/>
              </a:defRPr>
            </a:defPPr>
            <a:lvl1pPr algn="l">
              <a:defRPr sz="5025" b="1">
                <a:solidFill>
                  <a:srgbClr val="FFFFFF"/>
                </a:solidFill>
                <a:latin typeface="Georgia"/>
                <a:ea typeface="Georgia"/>
                <a:cs typeface="Georgia"/>
              </a:defRPr>
            </a:lvl1pPr>
            <a:lvl2pPr algn="l">
              <a:defRPr sz="5025" b="1">
                <a:solidFill>
                  <a:srgbClr val="FFFFFF"/>
                </a:solidFill>
                <a:latin typeface="Georgia"/>
                <a:ea typeface="Georgia"/>
                <a:cs typeface="Georgia"/>
              </a:defRPr>
            </a:lvl2pPr>
            <a:lvl3pPr algn="l">
              <a:defRPr sz="5025" b="1">
                <a:solidFill>
                  <a:srgbClr val="FFFFFF"/>
                </a:solidFill>
                <a:latin typeface="Georgia"/>
                <a:ea typeface="Georgia"/>
                <a:cs typeface="Georgia"/>
              </a:defRPr>
            </a:lvl3pPr>
            <a:lvl4pPr algn="l">
              <a:defRPr sz="5025" b="1">
                <a:solidFill>
                  <a:srgbClr val="FFFFFF"/>
                </a:solidFill>
                <a:latin typeface="Georgia"/>
                <a:ea typeface="Georgia"/>
                <a:cs typeface="Georgia"/>
              </a:defRPr>
            </a:lvl4pPr>
            <a:lvl5pPr algn="l">
              <a:defRPr sz="5025" b="1">
                <a:solidFill>
                  <a:srgbClr val="FFFFFF"/>
                </a:solidFill>
                <a:latin typeface="Georgia"/>
                <a:ea typeface="Georgia"/>
                <a:cs typeface="Georgia"/>
              </a:defRPr>
            </a:lvl5pPr>
            <a:lvl6pPr algn="l">
              <a:defRPr sz="5025" b="1">
                <a:solidFill>
                  <a:srgbClr val="FFFFFF"/>
                </a:solidFill>
                <a:latin typeface="Georgia"/>
                <a:ea typeface="Georgia"/>
                <a:cs typeface="Georgia"/>
              </a:defRPr>
            </a:lvl6pPr>
            <a:lvl7pPr algn="l">
              <a:defRPr sz="5025" b="1">
                <a:solidFill>
                  <a:srgbClr val="FFFFFF"/>
                </a:solidFill>
                <a:latin typeface="Georgia"/>
                <a:ea typeface="Georgia"/>
                <a:cs typeface="Georgia"/>
              </a:defRPr>
            </a:lvl7pPr>
            <a:lvl8pPr algn="l">
              <a:defRPr sz="5025" b="1">
                <a:solidFill>
                  <a:srgbClr val="FFFFFF"/>
                </a:solidFill>
                <a:latin typeface="Georgia"/>
                <a:ea typeface="Georgia"/>
                <a:cs typeface="Georgia"/>
              </a:defRPr>
            </a:lvl8pPr>
            <a:lvl9pPr algn="l">
              <a:defRPr sz="5025" b="1">
                <a:solidFill>
                  <a:srgbClr val="FFFFFF"/>
                </a:solidFill>
                <a:latin typeface="Georgia"/>
                <a:ea typeface="Georgia"/>
                <a:cs typeface="Georgia"/>
              </a:defRPr>
            </a:lvl9pPr>
          </a:lstStyle>
          <a:p xmlns:a="http://schemas.openxmlformats.org/drawingml/2006/main">
            <a:pPr algn="l">
              <a:defRPr sz="5025" b="1">
                <a:solidFill>
                  <a:srgbClr val="FFFFFF"/>
                </a:solidFill>
                <a:latin typeface="Georgia"/>
                <a:ea typeface="Georgia"/>
                <a:cs typeface="Georgia"/>
              </a:defRPr>
            </a:pPr>
            <a:r>
              <a:rPr sz="5025" b="1">
                <a:solidFill>
                  <a:srgbClr val="FFFFFF"/>
                </a:solidFill>
                <a:latin typeface="Georgia"/>
                <a:ea typeface="Georgia"/>
                <a:cs typeface="Georgia"/>
              </a:rPr>
              <a:t>CodeArchaeologist</a:t>
            </a:r>
          </a:p>
        </p:txBody>
      </p:sp>
      <p:sp>
        <p:nvSpPr>
          <p:cNvPr id="2" name="">
            <a:extLst xmlns:a="http://schemas.openxmlformats.org/drawingml/2006/main">
              <a:ext uri="{FF2B5EF4-FFF2-40B4-BE49-F238E27FC236}">
                <a16:creationId xmlns:a16="http://schemas.microsoft.com/office/drawing/2014/main" id="{760861F2-14B7-4AEF-8269-37A8C566C37A}"/>
              </a:ext>
            </a:extLst>
          </p:cNvPr>
          <p:cNvSpPr>
            <a:spLocks xmlns:a="http://schemas.openxmlformats.org/drawingml/2006/main" noGrp="1"/>
          </p:cNvSpPr>
          <p:nvPr/>
        </p:nvSpPr>
        <p:spPr>
          <a:xfrm xmlns:a="http://schemas.openxmlformats.org/drawingml/2006/main">
            <a:off x="714375" y="3143250"/>
            <a:ext cx="1190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925" b="0">
                <a:solidFill>
                  <a:srgbClr val="67D6D0"/>
                </a:solidFill>
                <a:latin typeface="Arial"/>
                <a:ea typeface="Arial"/>
                <a:cs typeface="Arial"/>
              </a:defRPr>
            </a:defPPr>
            <a:lvl1pPr algn="l">
              <a:defRPr sz="2925" b="0">
                <a:solidFill>
                  <a:srgbClr val="67D6D0"/>
                </a:solidFill>
                <a:latin typeface="Arial"/>
                <a:ea typeface="Arial"/>
                <a:cs typeface="Arial"/>
              </a:defRPr>
            </a:lvl1pPr>
            <a:lvl2pPr algn="l">
              <a:defRPr sz="2925" b="0">
                <a:solidFill>
                  <a:srgbClr val="67D6D0"/>
                </a:solidFill>
                <a:latin typeface="Arial"/>
                <a:ea typeface="Arial"/>
                <a:cs typeface="Arial"/>
              </a:defRPr>
            </a:lvl2pPr>
            <a:lvl3pPr algn="l">
              <a:defRPr sz="2925" b="0">
                <a:solidFill>
                  <a:srgbClr val="67D6D0"/>
                </a:solidFill>
                <a:latin typeface="Arial"/>
                <a:ea typeface="Arial"/>
                <a:cs typeface="Arial"/>
              </a:defRPr>
            </a:lvl3pPr>
            <a:lvl4pPr algn="l">
              <a:defRPr sz="2925" b="0">
                <a:solidFill>
                  <a:srgbClr val="67D6D0"/>
                </a:solidFill>
                <a:latin typeface="Arial"/>
                <a:ea typeface="Arial"/>
                <a:cs typeface="Arial"/>
              </a:defRPr>
            </a:lvl4pPr>
            <a:lvl5pPr algn="l">
              <a:defRPr sz="2925" b="0">
                <a:solidFill>
                  <a:srgbClr val="67D6D0"/>
                </a:solidFill>
                <a:latin typeface="Arial"/>
                <a:ea typeface="Arial"/>
                <a:cs typeface="Arial"/>
              </a:defRPr>
            </a:lvl5pPr>
            <a:lvl6pPr algn="l">
              <a:defRPr sz="2925" b="0">
                <a:solidFill>
                  <a:srgbClr val="67D6D0"/>
                </a:solidFill>
                <a:latin typeface="Arial"/>
                <a:ea typeface="Arial"/>
                <a:cs typeface="Arial"/>
              </a:defRPr>
            </a:lvl6pPr>
            <a:lvl7pPr algn="l">
              <a:defRPr sz="2925" b="0">
                <a:solidFill>
                  <a:srgbClr val="67D6D0"/>
                </a:solidFill>
                <a:latin typeface="Arial"/>
                <a:ea typeface="Arial"/>
                <a:cs typeface="Arial"/>
              </a:defRPr>
            </a:lvl7pPr>
            <a:lvl8pPr algn="l">
              <a:defRPr sz="2925" b="0">
                <a:solidFill>
                  <a:srgbClr val="67D6D0"/>
                </a:solidFill>
                <a:latin typeface="Arial"/>
                <a:ea typeface="Arial"/>
                <a:cs typeface="Arial"/>
              </a:defRPr>
            </a:lvl8pPr>
            <a:lvl9pPr algn="l">
              <a:defRPr sz="2925" b="0">
                <a:solidFill>
                  <a:srgbClr val="67D6D0"/>
                </a:solidFill>
                <a:latin typeface="Arial"/>
                <a:ea typeface="Arial"/>
                <a:cs typeface="Arial"/>
              </a:defRPr>
            </a:lvl9pPr>
          </a:lstStyle>
          <a:p xmlns:a="http://schemas.openxmlformats.org/drawingml/2006/main">
            <a:pPr algn="l">
              <a:defRPr sz="2925" b="0">
                <a:solidFill>
                  <a:srgbClr val="67D6D0"/>
                </a:solidFill>
                <a:latin typeface="Arial"/>
                <a:ea typeface="Arial"/>
                <a:cs typeface="Arial"/>
              </a:defRPr>
            </a:pPr>
            <a:r>
              <a:rPr sz="2925" b="0">
                <a:solidFill>
                  <a:srgbClr val="67D6D0"/>
                </a:solidFill>
                <a:latin typeface="Arial"/>
                <a:ea typeface="Arial"/>
                <a:cs typeface="Arial"/>
              </a:rPr>
              <a:t>Questions and live demonstration</a:t>
            </a:r>
          </a:p>
        </p:txBody>
      </p:sp>
      <p:sp>
        <p:nvSpPr>
          <p:cNvPr id="3" name="">
            <a:extLst xmlns:a="http://schemas.openxmlformats.org/drawingml/2006/main">
              <a:ext uri="{FF2B5EF4-FFF2-40B4-BE49-F238E27FC236}">
                <a16:creationId xmlns:a16="http://schemas.microsoft.com/office/drawing/2014/main" id="{B2DD9B6D-191E-4088-9C32-E19C843C77B2}"/>
              </a:ext>
            </a:extLst>
          </p:cNvPr>
          <p:cNvSpPr>
            <a:spLocks xmlns:a="http://schemas.openxmlformats.org/drawingml/2006/main" noGrp="1"/>
          </p:cNvSpPr>
          <p:nvPr/>
        </p:nvSpPr>
        <p:spPr>
          <a:xfrm xmlns:a="http://schemas.openxmlformats.org/drawingml/2006/main">
            <a:off x="714375" y="5143500"/>
            <a:ext cx="1190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Guide  Mr. Sheik Jamil Ahmed</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Vishal Kumar Jangir   Syed Mudassir   Junaid Pasha</a:t>
            </a:r>
          </a:p>
        </p:txBody>
      </p:sp>
      <p:sp>
        <p:nvSpPr>
          <p:cNvPr id="4" name="">
            <a:extLst xmlns:a="http://schemas.openxmlformats.org/drawingml/2006/main">
              <a:ext uri="{FF2B5EF4-FFF2-40B4-BE49-F238E27FC236}">
                <a16:creationId xmlns:a16="http://schemas.microsoft.com/office/drawing/2014/main" id="{8F911C0F-2C9C-4684-8D2E-6D3894DB20C8}"/>
              </a:ext>
            </a:extLst>
          </p:cNvPr>
          <p:cNvSpPr>
            <a:spLocks xmlns:a="http://schemas.openxmlformats.org/drawingml/2006/main" noGrp="1"/>
          </p:cNvSpPr>
          <p:nvPr/>
        </p:nvSpPr>
        <p:spPr>
          <a:xfrm xmlns:a="http://schemas.openxmlformats.org/drawingml/2006/main">
            <a:off x="714375" y="695325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B7CBD8"/>
                </a:solidFill>
                <a:latin typeface="Arial"/>
                <a:ea typeface="Arial"/>
                <a:cs typeface="Arial"/>
              </a:defRPr>
            </a:defPPr>
            <a:lvl1pPr algn="l">
              <a:defRPr sz="1650" b="0">
                <a:solidFill>
                  <a:srgbClr val="B7CBD8"/>
                </a:solidFill>
                <a:latin typeface="Arial"/>
                <a:ea typeface="Arial"/>
                <a:cs typeface="Arial"/>
              </a:defRPr>
            </a:lvl1pPr>
            <a:lvl2pPr algn="l">
              <a:defRPr sz="1650" b="0">
                <a:solidFill>
                  <a:srgbClr val="B7CBD8"/>
                </a:solidFill>
                <a:latin typeface="Arial"/>
                <a:ea typeface="Arial"/>
                <a:cs typeface="Arial"/>
              </a:defRPr>
            </a:lvl2pPr>
            <a:lvl3pPr algn="l">
              <a:defRPr sz="1650" b="0">
                <a:solidFill>
                  <a:srgbClr val="B7CBD8"/>
                </a:solidFill>
                <a:latin typeface="Arial"/>
                <a:ea typeface="Arial"/>
                <a:cs typeface="Arial"/>
              </a:defRPr>
            </a:lvl3pPr>
            <a:lvl4pPr algn="l">
              <a:defRPr sz="1650" b="0">
                <a:solidFill>
                  <a:srgbClr val="B7CBD8"/>
                </a:solidFill>
                <a:latin typeface="Arial"/>
                <a:ea typeface="Arial"/>
                <a:cs typeface="Arial"/>
              </a:defRPr>
            </a:lvl4pPr>
            <a:lvl5pPr algn="l">
              <a:defRPr sz="1650" b="0">
                <a:solidFill>
                  <a:srgbClr val="B7CBD8"/>
                </a:solidFill>
                <a:latin typeface="Arial"/>
                <a:ea typeface="Arial"/>
                <a:cs typeface="Arial"/>
              </a:defRPr>
            </a:lvl5pPr>
            <a:lvl6pPr algn="l">
              <a:defRPr sz="1650" b="0">
                <a:solidFill>
                  <a:srgbClr val="B7CBD8"/>
                </a:solidFill>
                <a:latin typeface="Arial"/>
                <a:ea typeface="Arial"/>
                <a:cs typeface="Arial"/>
              </a:defRPr>
            </a:lvl6pPr>
            <a:lvl7pPr algn="l">
              <a:defRPr sz="1650" b="0">
                <a:solidFill>
                  <a:srgbClr val="B7CBD8"/>
                </a:solidFill>
                <a:latin typeface="Arial"/>
                <a:ea typeface="Arial"/>
                <a:cs typeface="Arial"/>
              </a:defRPr>
            </a:lvl7pPr>
            <a:lvl8pPr algn="l">
              <a:defRPr sz="1650" b="0">
                <a:solidFill>
                  <a:srgbClr val="B7CBD8"/>
                </a:solidFill>
                <a:latin typeface="Arial"/>
                <a:ea typeface="Arial"/>
                <a:cs typeface="Arial"/>
              </a:defRPr>
            </a:lvl8pPr>
            <a:lvl9pPr algn="l">
              <a:defRPr sz="1650" b="0">
                <a:solidFill>
                  <a:srgbClr val="B7CBD8"/>
                </a:solidFill>
                <a:latin typeface="Arial"/>
                <a:ea typeface="Arial"/>
                <a:cs typeface="Arial"/>
              </a:defRPr>
            </a:lvl9pPr>
          </a:lstStyle>
          <a:p xmlns:a="http://schemas.openxmlformats.org/drawingml/2006/main">
            <a:pPr algn="l">
              <a:defRPr sz="1650" b="0">
                <a:solidFill>
                  <a:srgbClr val="B7CBD8"/>
                </a:solidFill>
                <a:latin typeface="Arial"/>
                <a:ea typeface="Arial"/>
                <a:cs typeface="Arial"/>
              </a:defRPr>
            </a:pPr>
            <a:r>
              <a:rPr sz="1650" b="0">
                <a:solidFill>
                  <a:srgbClr val="B7CBD8"/>
                </a:solidFill>
                <a:latin typeface="Arial"/>
                <a:ea typeface="Arial"/>
                <a:cs typeface="Arial"/>
              </a:rPr>
              <a:t>CMR University   School of Engineering and Technology   2026–27</a:t>
            </a:r>
          </a:p>
        </p:txBody>
      </p:sp>
    </p:spTree>
    <p:extLst>
      <p:ext uri="{BB962C8B-B14F-4D97-AF65-F5344CB8AC3E}">
        <p14:creationId xmlns:p14="http://schemas.microsoft.com/office/powerpoint/2010/main" val="1147001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2026-10-22T21:35:14.0420000Z</dcterms:created>
  <dcterms:modified xsi:type="dcterms:W3CDTF">2026-10-22T21:35:14.0430000Z</dcterms:modified>
</coreProperties>
</file>